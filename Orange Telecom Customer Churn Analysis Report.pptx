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7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8.png"/><Relationship Id="rId4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25.svg"/><Relationship Id="rId1" Type="http://schemas.openxmlformats.org/officeDocument/2006/relationships/image" Target="../media/image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8.png"/><Relationship Id="rId4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25.svg"/><Relationship Id="rId1" Type="http://schemas.openxmlformats.org/officeDocument/2006/relationships/image" Target="../media/image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84D7AF-0845-4F5F-A186-3C36706A35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E65C6E8-5358-4FFA-B6B5-6B4986F629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Customer Service Performance, Plan Usage Drivers &amp; </a:t>
          </a:r>
          <a:r>
            <a:rPr lang="en-NG" b="1" dirty="0"/>
            <a:t>Identify the "Critical Call Threshold</a:t>
          </a:r>
          <a:endParaRPr lang="en-US" b="1" dirty="0"/>
        </a:p>
      </dgm:t>
    </dgm:pt>
    <dgm:pt modelId="{1A06DAA0-A6C6-4FFA-A055-DA859006F875}" type="parTrans" cxnId="{A43D2979-1D34-44F1-A360-8E8B542BEDCD}">
      <dgm:prSet/>
      <dgm:spPr/>
      <dgm:t>
        <a:bodyPr/>
        <a:lstStyle/>
        <a:p>
          <a:endParaRPr lang="en-US"/>
        </a:p>
      </dgm:t>
    </dgm:pt>
    <dgm:pt modelId="{0B162170-F7CB-4CDD-9D1A-C63608AECC2E}" type="sibTrans" cxnId="{A43D2979-1D34-44F1-A360-8E8B542BEDCD}">
      <dgm:prSet/>
      <dgm:spPr/>
      <dgm:t>
        <a:bodyPr/>
        <a:lstStyle/>
        <a:p>
          <a:endParaRPr lang="en-US"/>
        </a:p>
      </dgm:t>
    </dgm:pt>
    <dgm:pt modelId="{768B6C5A-D36F-407E-849F-EDB5A6C9DC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Prepared by  Akan </a:t>
          </a:r>
          <a:r>
            <a:rPr lang="en-US" b="1" dirty="0" err="1"/>
            <a:t>Ukpong</a:t>
          </a:r>
          <a:endParaRPr lang="en-US" b="1" dirty="0"/>
        </a:p>
      </dgm:t>
    </dgm:pt>
    <dgm:pt modelId="{D928498B-7D7A-4F69-AF61-83FA8395D6FA}" type="parTrans" cxnId="{3A82505D-8544-4444-AA57-2509C746367F}">
      <dgm:prSet/>
      <dgm:spPr/>
      <dgm:t>
        <a:bodyPr/>
        <a:lstStyle/>
        <a:p>
          <a:endParaRPr lang="en-US"/>
        </a:p>
      </dgm:t>
    </dgm:pt>
    <dgm:pt modelId="{C1844905-7775-4DC7-8ADB-933FFFAF9EC7}" type="sibTrans" cxnId="{3A82505D-8544-4444-AA57-2509C746367F}">
      <dgm:prSet/>
      <dgm:spPr/>
      <dgm:t>
        <a:bodyPr/>
        <a:lstStyle/>
        <a:p>
          <a:endParaRPr lang="en-US"/>
        </a:p>
      </dgm:t>
    </dgm:pt>
    <dgm:pt modelId="{7E738AA0-B2DC-44F5-B522-09CD75AEDE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March 2026</a:t>
          </a:r>
        </a:p>
      </dgm:t>
    </dgm:pt>
    <dgm:pt modelId="{54690A3E-32D1-4319-B377-ED24C4F81E05}" type="parTrans" cxnId="{A8EC0299-854F-4D33-84BA-FD93F3E3E6A0}">
      <dgm:prSet/>
      <dgm:spPr/>
      <dgm:t>
        <a:bodyPr/>
        <a:lstStyle/>
        <a:p>
          <a:endParaRPr lang="en-US"/>
        </a:p>
      </dgm:t>
    </dgm:pt>
    <dgm:pt modelId="{F792DB44-81D4-401C-B1FE-26167BF14AC3}" type="sibTrans" cxnId="{A8EC0299-854F-4D33-84BA-FD93F3E3E6A0}">
      <dgm:prSet/>
      <dgm:spPr/>
      <dgm:t>
        <a:bodyPr/>
        <a:lstStyle/>
        <a:p>
          <a:endParaRPr lang="en-US"/>
        </a:p>
      </dgm:t>
    </dgm:pt>
    <dgm:pt modelId="{5C13EF44-F5C3-4DEC-B865-97A6F54D3E7B}" type="pres">
      <dgm:prSet presAssocID="{1284D7AF-0845-4F5F-A186-3C36706A3573}" presName="root" presStyleCnt="0">
        <dgm:presLayoutVars>
          <dgm:dir/>
          <dgm:resizeHandles val="exact"/>
        </dgm:presLayoutVars>
      </dgm:prSet>
      <dgm:spPr/>
    </dgm:pt>
    <dgm:pt modelId="{445EC609-8EB2-4349-9A25-D4A43C4941D4}" type="pres">
      <dgm:prSet presAssocID="{2E65C6E8-5358-4FFA-B6B5-6B4986F6290D}" presName="compNode" presStyleCnt="0"/>
      <dgm:spPr/>
    </dgm:pt>
    <dgm:pt modelId="{9EF54872-CD0B-4488-B529-2489BCA4DA1A}" type="pres">
      <dgm:prSet presAssocID="{2E65C6E8-5358-4FFA-B6B5-6B4986F629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246332A-4F47-4D7D-9CA8-0B59CA9FD359}" type="pres">
      <dgm:prSet presAssocID="{2E65C6E8-5358-4FFA-B6B5-6B4986F6290D}" presName="spaceRect" presStyleCnt="0"/>
      <dgm:spPr/>
    </dgm:pt>
    <dgm:pt modelId="{0F488C76-A1B0-4F24-814A-3C8551A95C66}" type="pres">
      <dgm:prSet presAssocID="{2E65C6E8-5358-4FFA-B6B5-6B4986F6290D}" presName="textRect" presStyleLbl="revTx" presStyleIdx="0" presStyleCnt="3">
        <dgm:presLayoutVars>
          <dgm:chMax val="1"/>
          <dgm:chPref val="1"/>
        </dgm:presLayoutVars>
      </dgm:prSet>
      <dgm:spPr/>
    </dgm:pt>
    <dgm:pt modelId="{9E517404-DD15-4EAA-8400-21B4BD60C5A7}" type="pres">
      <dgm:prSet presAssocID="{0B162170-F7CB-4CDD-9D1A-C63608AECC2E}" presName="sibTrans" presStyleCnt="0"/>
      <dgm:spPr/>
    </dgm:pt>
    <dgm:pt modelId="{62CE80DA-E994-48D7-B63C-8835429398B5}" type="pres">
      <dgm:prSet presAssocID="{768B6C5A-D36F-407E-849F-EDB5A6C9DC5B}" presName="compNode" presStyleCnt="0"/>
      <dgm:spPr/>
    </dgm:pt>
    <dgm:pt modelId="{F6B5DE9C-DDF5-4DE8-9933-40F9B90ECA31}" type="pres">
      <dgm:prSet presAssocID="{768B6C5A-D36F-407E-849F-EDB5A6C9DC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C2DA16F-8BAB-4E20-9557-A7CB17E511EC}" type="pres">
      <dgm:prSet presAssocID="{768B6C5A-D36F-407E-849F-EDB5A6C9DC5B}" presName="spaceRect" presStyleCnt="0"/>
      <dgm:spPr/>
    </dgm:pt>
    <dgm:pt modelId="{4DBFC105-5C69-4E3F-AB11-B387A645835E}" type="pres">
      <dgm:prSet presAssocID="{768B6C5A-D36F-407E-849F-EDB5A6C9DC5B}" presName="textRect" presStyleLbl="revTx" presStyleIdx="1" presStyleCnt="3">
        <dgm:presLayoutVars>
          <dgm:chMax val="1"/>
          <dgm:chPref val="1"/>
        </dgm:presLayoutVars>
      </dgm:prSet>
      <dgm:spPr/>
    </dgm:pt>
    <dgm:pt modelId="{1D7A2D8C-068C-4E79-A32A-24B8B1FA2A89}" type="pres">
      <dgm:prSet presAssocID="{C1844905-7775-4DC7-8ADB-933FFFAF9EC7}" presName="sibTrans" presStyleCnt="0"/>
      <dgm:spPr/>
    </dgm:pt>
    <dgm:pt modelId="{53C7C0E1-6F67-4D95-8AD7-3B7699E0113D}" type="pres">
      <dgm:prSet presAssocID="{7E738AA0-B2DC-44F5-B522-09CD75AEDE34}" presName="compNode" presStyleCnt="0"/>
      <dgm:spPr/>
    </dgm:pt>
    <dgm:pt modelId="{3D88931D-E8C3-496C-AE06-4E7A7797D522}" type="pres">
      <dgm:prSet presAssocID="{7E738AA0-B2DC-44F5-B522-09CD75AEDE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8C1DF3F-E868-4EC2-9D4D-763644299826}" type="pres">
      <dgm:prSet presAssocID="{7E738AA0-B2DC-44F5-B522-09CD75AEDE34}" presName="spaceRect" presStyleCnt="0"/>
      <dgm:spPr/>
    </dgm:pt>
    <dgm:pt modelId="{EDD7B4F1-4862-40FD-9E61-333B42F5AE2C}" type="pres">
      <dgm:prSet presAssocID="{7E738AA0-B2DC-44F5-B522-09CD75AEDE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A82505D-8544-4444-AA57-2509C746367F}" srcId="{1284D7AF-0845-4F5F-A186-3C36706A3573}" destId="{768B6C5A-D36F-407E-849F-EDB5A6C9DC5B}" srcOrd="1" destOrd="0" parTransId="{D928498B-7D7A-4F69-AF61-83FA8395D6FA}" sibTransId="{C1844905-7775-4DC7-8ADB-933FFFAF9EC7}"/>
    <dgm:cxn modelId="{73E16B4E-5CEF-4C8D-A2C8-7DC40DD3B25C}" type="presOf" srcId="{7E738AA0-B2DC-44F5-B522-09CD75AEDE34}" destId="{EDD7B4F1-4862-40FD-9E61-333B42F5AE2C}" srcOrd="0" destOrd="0" presId="urn:microsoft.com/office/officeart/2018/2/layout/IconLabelList"/>
    <dgm:cxn modelId="{A43D2979-1D34-44F1-A360-8E8B542BEDCD}" srcId="{1284D7AF-0845-4F5F-A186-3C36706A3573}" destId="{2E65C6E8-5358-4FFA-B6B5-6B4986F6290D}" srcOrd="0" destOrd="0" parTransId="{1A06DAA0-A6C6-4FFA-A055-DA859006F875}" sibTransId="{0B162170-F7CB-4CDD-9D1A-C63608AECC2E}"/>
    <dgm:cxn modelId="{A8EC0299-854F-4D33-84BA-FD93F3E3E6A0}" srcId="{1284D7AF-0845-4F5F-A186-3C36706A3573}" destId="{7E738AA0-B2DC-44F5-B522-09CD75AEDE34}" srcOrd="2" destOrd="0" parTransId="{54690A3E-32D1-4319-B377-ED24C4F81E05}" sibTransId="{F792DB44-81D4-401C-B1FE-26167BF14AC3}"/>
    <dgm:cxn modelId="{2130F1AD-0355-42F5-B15F-0FC830B87DE4}" type="presOf" srcId="{1284D7AF-0845-4F5F-A186-3C36706A3573}" destId="{5C13EF44-F5C3-4DEC-B865-97A6F54D3E7B}" srcOrd="0" destOrd="0" presId="urn:microsoft.com/office/officeart/2018/2/layout/IconLabelList"/>
    <dgm:cxn modelId="{A95E96C1-DCCA-4EB8-B4A1-905BF4FD8E54}" type="presOf" srcId="{768B6C5A-D36F-407E-849F-EDB5A6C9DC5B}" destId="{4DBFC105-5C69-4E3F-AB11-B387A645835E}" srcOrd="0" destOrd="0" presId="urn:microsoft.com/office/officeart/2018/2/layout/IconLabelList"/>
    <dgm:cxn modelId="{BB3A6FC9-CB7A-476D-B6C5-B320D24A4F69}" type="presOf" srcId="{2E65C6E8-5358-4FFA-B6B5-6B4986F6290D}" destId="{0F488C76-A1B0-4F24-814A-3C8551A95C66}" srcOrd="0" destOrd="0" presId="urn:microsoft.com/office/officeart/2018/2/layout/IconLabelList"/>
    <dgm:cxn modelId="{9E9D1AA5-1798-4EEC-ADDA-49C5A4F0FC0A}" type="presParOf" srcId="{5C13EF44-F5C3-4DEC-B865-97A6F54D3E7B}" destId="{445EC609-8EB2-4349-9A25-D4A43C4941D4}" srcOrd="0" destOrd="0" presId="urn:microsoft.com/office/officeart/2018/2/layout/IconLabelList"/>
    <dgm:cxn modelId="{413D98D6-7CC2-4AAB-919F-869E3A862750}" type="presParOf" srcId="{445EC609-8EB2-4349-9A25-D4A43C4941D4}" destId="{9EF54872-CD0B-4488-B529-2489BCA4DA1A}" srcOrd="0" destOrd="0" presId="urn:microsoft.com/office/officeart/2018/2/layout/IconLabelList"/>
    <dgm:cxn modelId="{5428ADDB-6B2D-4BA1-8DDE-354B103DC809}" type="presParOf" srcId="{445EC609-8EB2-4349-9A25-D4A43C4941D4}" destId="{4246332A-4F47-4D7D-9CA8-0B59CA9FD359}" srcOrd="1" destOrd="0" presId="urn:microsoft.com/office/officeart/2018/2/layout/IconLabelList"/>
    <dgm:cxn modelId="{4859AE18-4562-41BC-839F-C373F5C3A12A}" type="presParOf" srcId="{445EC609-8EB2-4349-9A25-D4A43C4941D4}" destId="{0F488C76-A1B0-4F24-814A-3C8551A95C66}" srcOrd="2" destOrd="0" presId="urn:microsoft.com/office/officeart/2018/2/layout/IconLabelList"/>
    <dgm:cxn modelId="{90788DB2-1185-45AD-B686-F158BE308B6B}" type="presParOf" srcId="{5C13EF44-F5C3-4DEC-B865-97A6F54D3E7B}" destId="{9E517404-DD15-4EAA-8400-21B4BD60C5A7}" srcOrd="1" destOrd="0" presId="urn:microsoft.com/office/officeart/2018/2/layout/IconLabelList"/>
    <dgm:cxn modelId="{9774568D-B05F-457A-BB92-32A5575EB0F6}" type="presParOf" srcId="{5C13EF44-F5C3-4DEC-B865-97A6F54D3E7B}" destId="{62CE80DA-E994-48D7-B63C-8835429398B5}" srcOrd="2" destOrd="0" presId="urn:microsoft.com/office/officeart/2018/2/layout/IconLabelList"/>
    <dgm:cxn modelId="{CF8DB211-B98A-4CB5-A977-0075D4B792EB}" type="presParOf" srcId="{62CE80DA-E994-48D7-B63C-8835429398B5}" destId="{F6B5DE9C-DDF5-4DE8-9933-40F9B90ECA31}" srcOrd="0" destOrd="0" presId="urn:microsoft.com/office/officeart/2018/2/layout/IconLabelList"/>
    <dgm:cxn modelId="{D8F016DF-623B-4DA2-BB74-3D220860DB8D}" type="presParOf" srcId="{62CE80DA-E994-48D7-B63C-8835429398B5}" destId="{1C2DA16F-8BAB-4E20-9557-A7CB17E511EC}" srcOrd="1" destOrd="0" presId="urn:microsoft.com/office/officeart/2018/2/layout/IconLabelList"/>
    <dgm:cxn modelId="{90E57243-9E25-4BA9-805E-1CF11D653857}" type="presParOf" srcId="{62CE80DA-E994-48D7-B63C-8835429398B5}" destId="{4DBFC105-5C69-4E3F-AB11-B387A645835E}" srcOrd="2" destOrd="0" presId="urn:microsoft.com/office/officeart/2018/2/layout/IconLabelList"/>
    <dgm:cxn modelId="{5E57C555-BF3B-43AE-95BD-8DE4C9F1037F}" type="presParOf" srcId="{5C13EF44-F5C3-4DEC-B865-97A6F54D3E7B}" destId="{1D7A2D8C-068C-4E79-A32A-24B8B1FA2A89}" srcOrd="3" destOrd="0" presId="urn:microsoft.com/office/officeart/2018/2/layout/IconLabelList"/>
    <dgm:cxn modelId="{1E7DF796-848B-412B-981C-E0F0B97312C0}" type="presParOf" srcId="{5C13EF44-F5C3-4DEC-B865-97A6F54D3E7B}" destId="{53C7C0E1-6F67-4D95-8AD7-3B7699E0113D}" srcOrd="4" destOrd="0" presId="urn:microsoft.com/office/officeart/2018/2/layout/IconLabelList"/>
    <dgm:cxn modelId="{FDF42033-55BD-4593-9379-07B0D1DB5641}" type="presParOf" srcId="{53C7C0E1-6F67-4D95-8AD7-3B7699E0113D}" destId="{3D88931D-E8C3-496C-AE06-4E7A7797D522}" srcOrd="0" destOrd="0" presId="urn:microsoft.com/office/officeart/2018/2/layout/IconLabelList"/>
    <dgm:cxn modelId="{B1938C11-7E18-4A5B-8DAA-13A5F860D3F4}" type="presParOf" srcId="{53C7C0E1-6F67-4D95-8AD7-3B7699E0113D}" destId="{48C1DF3F-E868-4EC2-9D4D-763644299826}" srcOrd="1" destOrd="0" presId="urn:microsoft.com/office/officeart/2018/2/layout/IconLabelList"/>
    <dgm:cxn modelId="{317A336E-BD3C-4914-A223-5BE5666189B0}" type="presParOf" srcId="{53C7C0E1-6F67-4D95-8AD7-3B7699E0113D}" destId="{EDD7B4F1-4862-40FD-9E61-333B42F5AE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BD2C07-5ED4-4BCD-AF55-C6E628BF5E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A63BC2-FBA6-4D8C-82FE-A55A5D831E8B}">
      <dgm:prSet/>
      <dgm:spPr/>
      <dgm:t>
        <a:bodyPr/>
        <a:lstStyle/>
        <a:p>
          <a:r>
            <a:rPr lang="en-US"/>
            <a:t>Customer churn significantly affects telecom revenue.</a:t>
          </a:r>
        </a:p>
      </dgm:t>
    </dgm:pt>
    <dgm:pt modelId="{3936ECEB-B332-47BC-B504-2622E6EB5E06}" type="parTrans" cxnId="{B4928A09-A399-47FD-8F37-F302A2883E37}">
      <dgm:prSet/>
      <dgm:spPr/>
      <dgm:t>
        <a:bodyPr/>
        <a:lstStyle/>
        <a:p>
          <a:endParaRPr lang="en-US"/>
        </a:p>
      </dgm:t>
    </dgm:pt>
    <dgm:pt modelId="{1AEB8A74-888A-42F3-9A40-16BE7585439C}" type="sibTrans" cxnId="{B4928A09-A399-47FD-8F37-F302A2883E37}">
      <dgm:prSet/>
      <dgm:spPr/>
      <dgm:t>
        <a:bodyPr/>
        <a:lstStyle/>
        <a:p>
          <a:endParaRPr lang="en-US"/>
        </a:p>
      </dgm:t>
    </dgm:pt>
    <dgm:pt modelId="{55F42667-D046-4DF3-8DA2-14FC993617AD}">
      <dgm:prSet/>
      <dgm:spPr/>
      <dgm:t>
        <a:bodyPr/>
        <a:lstStyle/>
        <a:p>
          <a:r>
            <a:rPr lang="en-US"/>
            <a:t>- Increasing number of customers leaving</a:t>
          </a:r>
        </a:p>
      </dgm:t>
    </dgm:pt>
    <dgm:pt modelId="{3791013A-9F18-47D9-9B9F-5AD909D70683}" type="parTrans" cxnId="{1BA466DD-07E0-491F-9A2D-96610EAD89EE}">
      <dgm:prSet/>
      <dgm:spPr/>
      <dgm:t>
        <a:bodyPr/>
        <a:lstStyle/>
        <a:p>
          <a:endParaRPr lang="en-US"/>
        </a:p>
      </dgm:t>
    </dgm:pt>
    <dgm:pt modelId="{C24B10CC-8DFC-4408-9287-1B4CA0731773}" type="sibTrans" cxnId="{1BA466DD-07E0-491F-9A2D-96610EAD89EE}">
      <dgm:prSet/>
      <dgm:spPr/>
      <dgm:t>
        <a:bodyPr/>
        <a:lstStyle/>
        <a:p>
          <a:endParaRPr lang="en-US"/>
        </a:p>
      </dgm:t>
    </dgm:pt>
    <dgm:pt modelId="{3382F09E-1D54-4244-8D10-63CF01460BFC}">
      <dgm:prSet/>
      <dgm:spPr/>
      <dgm:t>
        <a:bodyPr/>
        <a:lstStyle/>
        <a:p>
          <a:r>
            <a:rPr lang="en-US"/>
            <a:t>- High customer service complaints</a:t>
          </a:r>
        </a:p>
      </dgm:t>
    </dgm:pt>
    <dgm:pt modelId="{F5C65482-0E03-4AD5-944D-1DDEF4705606}" type="parTrans" cxnId="{5FED9FBE-C75C-403B-B345-ABD60C4D2DBB}">
      <dgm:prSet/>
      <dgm:spPr/>
      <dgm:t>
        <a:bodyPr/>
        <a:lstStyle/>
        <a:p>
          <a:endParaRPr lang="en-US"/>
        </a:p>
      </dgm:t>
    </dgm:pt>
    <dgm:pt modelId="{82F2867D-8E3A-497D-B127-0E3067236818}" type="sibTrans" cxnId="{5FED9FBE-C75C-403B-B345-ABD60C4D2DBB}">
      <dgm:prSet/>
      <dgm:spPr/>
      <dgm:t>
        <a:bodyPr/>
        <a:lstStyle/>
        <a:p>
          <a:endParaRPr lang="en-US"/>
        </a:p>
      </dgm:t>
    </dgm:pt>
    <dgm:pt modelId="{89FA6F73-5DC1-4C45-A6A6-7B46875E533C}">
      <dgm:prSet/>
      <dgm:spPr/>
      <dgm:t>
        <a:bodyPr/>
        <a:lstStyle/>
        <a:p>
          <a:r>
            <a:rPr lang="en-US"/>
            <a:t>- Possible dissatisfaction with service plans</a:t>
          </a:r>
        </a:p>
      </dgm:t>
    </dgm:pt>
    <dgm:pt modelId="{95E4A80B-B7C2-43CC-A670-9C51462CE223}" type="parTrans" cxnId="{B70C0629-69A2-430C-BE2B-60FBC1D6ECC5}">
      <dgm:prSet/>
      <dgm:spPr/>
      <dgm:t>
        <a:bodyPr/>
        <a:lstStyle/>
        <a:p>
          <a:endParaRPr lang="en-US"/>
        </a:p>
      </dgm:t>
    </dgm:pt>
    <dgm:pt modelId="{CE65CBBF-7D4F-4E41-9668-EFF5D818D75B}" type="sibTrans" cxnId="{B70C0629-69A2-430C-BE2B-60FBC1D6ECC5}">
      <dgm:prSet/>
      <dgm:spPr/>
      <dgm:t>
        <a:bodyPr/>
        <a:lstStyle/>
        <a:p>
          <a:endParaRPr lang="en-US"/>
        </a:p>
      </dgm:t>
    </dgm:pt>
    <dgm:pt modelId="{65B0A2F8-F648-4549-AAC9-03E131A17F32}">
      <dgm:prSet/>
      <dgm:spPr/>
      <dgm:t>
        <a:bodyPr/>
        <a:lstStyle/>
        <a:p>
          <a:r>
            <a:rPr lang="en-US"/>
            <a:t>Goal: Identify drivers of churn and improve retention.</a:t>
          </a:r>
        </a:p>
      </dgm:t>
    </dgm:pt>
    <dgm:pt modelId="{26880BC8-7869-48B4-A6C8-EEC0DEC49CAB}" type="parTrans" cxnId="{C075A34C-1200-424C-9038-A36C625BDD0D}">
      <dgm:prSet/>
      <dgm:spPr/>
      <dgm:t>
        <a:bodyPr/>
        <a:lstStyle/>
        <a:p>
          <a:endParaRPr lang="en-US"/>
        </a:p>
      </dgm:t>
    </dgm:pt>
    <dgm:pt modelId="{03435879-9DA8-41C6-9158-EBD93A988CA8}" type="sibTrans" cxnId="{C075A34C-1200-424C-9038-A36C625BDD0D}">
      <dgm:prSet/>
      <dgm:spPr/>
      <dgm:t>
        <a:bodyPr/>
        <a:lstStyle/>
        <a:p>
          <a:endParaRPr lang="en-US"/>
        </a:p>
      </dgm:t>
    </dgm:pt>
    <dgm:pt modelId="{C19F4E99-2085-4487-8DB4-A62E5403DC1D}" type="pres">
      <dgm:prSet presAssocID="{ECBD2C07-5ED4-4BCD-AF55-C6E628BF5EF7}" presName="root" presStyleCnt="0">
        <dgm:presLayoutVars>
          <dgm:dir/>
          <dgm:resizeHandles val="exact"/>
        </dgm:presLayoutVars>
      </dgm:prSet>
      <dgm:spPr/>
    </dgm:pt>
    <dgm:pt modelId="{ACB92405-FEA2-4522-9726-DC02C994560B}" type="pres">
      <dgm:prSet presAssocID="{42A63BC2-FBA6-4D8C-82FE-A55A5D831E8B}" presName="compNode" presStyleCnt="0"/>
      <dgm:spPr/>
    </dgm:pt>
    <dgm:pt modelId="{520C0E70-C05F-45BF-AE8B-05F1185C3059}" type="pres">
      <dgm:prSet presAssocID="{42A63BC2-FBA6-4D8C-82FE-A55A5D831E8B}" presName="bgRect" presStyleLbl="bgShp" presStyleIdx="0" presStyleCnt="5"/>
      <dgm:spPr/>
    </dgm:pt>
    <dgm:pt modelId="{DD69EC06-5D79-4C72-9520-E0D4B55865EA}" type="pres">
      <dgm:prSet presAssocID="{42A63BC2-FBA6-4D8C-82FE-A55A5D831E8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28DCEAE-5019-4258-BECC-B8A967149C12}" type="pres">
      <dgm:prSet presAssocID="{42A63BC2-FBA6-4D8C-82FE-A55A5D831E8B}" presName="spaceRect" presStyleCnt="0"/>
      <dgm:spPr/>
    </dgm:pt>
    <dgm:pt modelId="{18D6D9E6-EAE4-414D-975C-BA2852032596}" type="pres">
      <dgm:prSet presAssocID="{42A63BC2-FBA6-4D8C-82FE-A55A5D831E8B}" presName="parTx" presStyleLbl="revTx" presStyleIdx="0" presStyleCnt="5">
        <dgm:presLayoutVars>
          <dgm:chMax val="0"/>
          <dgm:chPref val="0"/>
        </dgm:presLayoutVars>
      </dgm:prSet>
      <dgm:spPr/>
    </dgm:pt>
    <dgm:pt modelId="{A180B006-8EB9-4649-A1C5-F0D7BB2F4607}" type="pres">
      <dgm:prSet presAssocID="{1AEB8A74-888A-42F3-9A40-16BE7585439C}" presName="sibTrans" presStyleCnt="0"/>
      <dgm:spPr/>
    </dgm:pt>
    <dgm:pt modelId="{3980A1D8-3778-4311-A6BD-4A06DC2233A7}" type="pres">
      <dgm:prSet presAssocID="{55F42667-D046-4DF3-8DA2-14FC993617AD}" presName="compNode" presStyleCnt="0"/>
      <dgm:spPr/>
    </dgm:pt>
    <dgm:pt modelId="{C4161CB5-9C9E-4788-8A55-65AD32AB5084}" type="pres">
      <dgm:prSet presAssocID="{55F42667-D046-4DF3-8DA2-14FC993617AD}" presName="bgRect" presStyleLbl="bgShp" presStyleIdx="1" presStyleCnt="5"/>
      <dgm:spPr/>
    </dgm:pt>
    <dgm:pt modelId="{EA8E3BBC-A66D-413F-AC4C-439267490016}" type="pres">
      <dgm:prSet presAssocID="{55F42667-D046-4DF3-8DA2-14FC993617A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15767CB-57EE-400F-9DB4-6DCC9046207B}" type="pres">
      <dgm:prSet presAssocID="{55F42667-D046-4DF3-8DA2-14FC993617AD}" presName="spaceRect" presStyleCnt="0"/>
      <dgm:spPr/>
    </dgm:pt>
    <dgm:pt modelId="{C7386604-D26B-4563-AEFA-B61E05338CA1}" type="pres">
      <dgm:prSet presAssocID="{55F42667-D046-4DF3-8DA2-14FC993617AD}" presName="parTx" presStyleLbl="revTx" presStyleIdx="1" presStyleCnt="5">
        <dgm:presLayoutVars>
          <dgm:chMax val="0"/>
          <dgm:chPref val="0"/>
        </dgm:presLayoutVars>
      </dgm:prSet>
      <dgm:spPr/>
    </dgm:pt>
    <dgm:pt modelId="{7C82C045-1C90-4C2E-9218-0B59343FAFB9}" type="pres">
      <dgm:prSet presAssocID="{C24B10CC-8DFC-4408-9287-1B4CA0731773}" presName="sibTrans" presStyleCnt="0"/>
      <dgm:spPr/>
    </dgm:pt>
    <dgm:pt modelId="{799517B9-6BD0-490A-9EAB-E8E90CCADFF1}" type="pres">
      <dgm:prSet presAssocID="{3382F09E-1D54-4244-8D10-63CF01460BFC}" presName="compNode" presStyleCnt="0"/>
      <dgm:spPr/>
    </dgm:pt>
    <dgm:pt modelId="{773D43B7-6430-45D2-9424-2067D374323C}" type="pres">
      <dgm:prSet presAssocID="{3382F09E-1D54-4244-8D10-63CF01460BFC}" presName="bgRect" presStyleLbl="bgShp" presStyleIdx="2" presStyleCnt="5"/>
      <dgm:spPr/>
    </dgm:pt>
    <dgm:pt modelId="{97B5A895-3210-4813-9BDF-7C70896B2BC4}" type="pres">
      <dgm:prSet presAssocID="{3382F09E-1D54-4244-8D10-63CF01460BF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7985578-0458-4B0C-AA24-B563C3337631}" type="pres">
      <dgm:prSet presAssocID="{3382F09E-1D54-4244-8D10-63CF01460BFC}" presName="spaceRect" presStyleCnt="0"/>
      <dgm:spPr/>
    </dgm:pt>
    <dgm:pt modelId="{E93AD0F9-C814-48C2-B061-8956C781F2E7}" type="pres">
      <dgm:prSet presAssocID="{3382F09E-1D54-4244-8D10-63CF01460BFC}" presName="parTx" presStyleLbl="revTx" presStyleIdx="2" presStyleCnt="5">
        <dgm:presLayoutVars>
          <dgm:chMax val="0"/>
          <dgm:chPref val="0"/>
        </dgm:presLayoutVars>
      </dgm:prSet>
      <dgm:spPr/>
    </dgm:pt>
    <dgm:pt modelId="{666D0DEB-4D10-46DB-A0A9-A8A786241FC2}" type="pres">
      <dgm:prSet presAssocID="{82F2867D-8E3A-497D-B127-0E3067236818}" presName="sibTrans" presStyleCnt="0"/>
      <dgm:spPr/>
    </dgm:pt>
    <dgm:pt modelId="{892DB2F7-DA49-4234-B7C1-6E823F718405}" type="pres">
      <dgm:prSet presAssocID="{89FA6F73-5DC1-4C45-A6A6-7B46875E533C}" presName="compNode" presStyleCnt="0"/>
      <dgm:spPr/>
    </dgm:pt>
    <dgm:pt modelId="{467BA878-0CBF-467E-88B5-27005D9563A5}" type="pres">
      <dgm:prSet presAssocID="{89FA6F73-5DC1-4C45-A6A6-7B46875E533C}" presName="bgRect" presStyleLbl="bgShp" presStyleIdx="3" presStyleCnt="5"/>
      <dgm:spPr/>
    </dgm:pt>
    <dgm:pt modelId="{5020CFF5-3DDC-49EA-B5F0-4D69D5571064}" type="pres">
      <dgm:prSet presAssocID="{89FA6F73-5DC1-4C45-A6A6-7B46875E533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7B14A47-F701-4892-9CB1-A1E6FFD0F376}" type="pres">
      <dgm:prSet presAssocID="{89FA6F73-5DC1-4C45-A6A6-7B46875E533C}" presName="spaceRect" presStyleCnt="0"/>
      <dgm:spPr/>
    </dgm:pt>
    <dgm:pt modelId="{14D8083F-B1CE-46BC-85A3-4609DE45B435}" type="pres">
      <dgm:prSet presAssocID="{89FA6F73-5DC1-4C45-A6A6-7B46875E533C}" presName="parTx" presStyleLbl="revTx" presStyleIdx="3" presStyleCnt="5">
        <dgm:presLayoutVars>
          <dgm:chMax val="0"/>
          <dgm:chPref val="0"/>
        </dgm:presLayoutVars>
      </dgm:prSet>
      <dgm:spPr/>
    </dgm:pt>
    <dgm:pt modelId="{E0558B4D-729F-4244-B1A2-25FBA5420FED}" type="pres">
      <dgm:prSet presAssocID="{CE65CBBF-7D4F-4E41-9668-EFF5D818D75B}" presName="sibTrans" presStyleCnt="0"/>
      <dgm:spPr/>
    </dgm:pt>
    <dgm:pt modelId="{74246B8B-9B65-462A-BF87-C28F62D7601A}" type="pres">
      <dgm:prSet presAssocID="{65B0A2F8-F648-4549-AAC9-03E131A17F32}" presName="compNode" presStyleCnt="0"/>
      <dgm:spPr/>
    </dgm:pt>
    <dgm:pt modelId="{16E545C5-9C0A-4BFA-A517-E7A9B71441EA}" type="pres">
      <dgm:prSet presAssocID="{65B0A2F8-F648-4549-AAC9-03E131A17F32}" presName="bgRect" presStyleLbl="bgShp" presStyleIdx="4" presStyleCnt="5"/>
      <dgm:spPr/>
    </dgm:pt>
    <dgm:pt modelId="{BB34D325-76B6-4210-A4AC-DC2CEF129E42}" type="pres">
      <dgm:prSet presAssocID="{65B0A2F8-F648-4549-AAC9-03E131A17F3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1A78F56-EB48-4312-9F37-9B5B871CC0D7}" type="pres">
      <dgm:prSet presAssocID="{65B0A2F8-F648-4549-AAC9-03E131A17F32}" presName="spaceRect" presStyleCnt="0"/>
      <dgm:spPr/>
    </dgm:pt>
    <dgm:pt modelId="{CC98F043-7AF7-4AE2-924A-35551D76E91F}" type="pres">
      <dgm:prSet presAssocID="{65B0A2F8-F648-4549-AAC9-03E131A17F3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AFE6E04-6A9F-48B9-B89F-54A5D105E654}" type="presOf" srcId="{55F42667-D046-4DF3-8DA2-14FC993617AD}" destId="{C7386604-D26B-4563-AEFA-B61E05338CA1}" srcOrd="0" destOrd="0" presId="urn:microsoft.com/office/officeart/2018/2/layout/IconVerticalSolidList"/>
    <dgm:cxn modelId="{B4928A09-A399-47FD-8F37-F302A2883E37}" srcId="{ECBD2C07-5ED4-4BCD-AF55-C6E628BF5EF7}" destId="{42A63BC2-FBA6-4D8C-82FE-A55A5D831E8B}" srcOrd="0" destOrd="0" parTransId="{3936ECEB-B332-47BC-B504-2622E6EB5E06}" sibTransId="{1AEB8A74-888A-42F3-9A40-16BE7585439C}"/>
    <dgm:cxn modelId="{B70C0629-69A2-430C-BE2B-60FBC1D6ECC5}" srcId="{ECBD2C07-5ED4-4BCD-AF55-C6E628BF5EF7}" destId="{89FA6F73-5DC1-4C45-A6A6-7B46875E533C}" srcOrd="3" destOrd="0" parTransId="{95E4A80B-B7C2-43CC-A670-9C51462CE223}" sibTransId="{CE65CBBF-7D4F-4E41-9668-EFF5D818D75B}"/>
    <dgm:cxn modelId="{BC843E39-D047-47CA-93F4-1D848B85FBBC}" type="presOf" srcId="{89FA6F73-5DC1-4C45-A6A6-7B46875E533C}" destId="{14D8083F-B1CE-46BC-85A3-4609DE45B435}" srcOrd="0" destOrd="0" presId="urn:microsoft.com/office/officeart/2018/2/layout/IconVerticalSolidList"/>
    <dgm:cxn modelId="{C075A34C-1200-424C-9038-A36C625BDD0D}" srcId="{ECBD2C07-5ED4-4BCD-AF55-C6E628BF5EF7}" destId="{65B0A2F8-F648-4549-AAC9-03E131A17F32}" srcOrd="4" destOrd="0" parTransId="{26880BC8-7869-48B4-A6C8-EEC0DEC49CAB}" sibTransId="{03435879-9DA8-41C6-9158-EBD93A988CA8}"/>
    <dgm:cxn modelId="{5FED9FBE-C75C-403B-B345-ABD60C4D2DBB}" srcId="{ECBD2C07-5ED4-4BCD-AF55-C6E628BF5EF7}" destId="{3382F09E-1D54-4244-8D10-63CF01460BFC}" srcOrd="2" destOrd="0" parTransId="{F5C65482-0E03-4AD5-944D-1DDEF4705606}" sibTransId="{82F2867D-8E3A-497D-B127-0E3067236818}"/>
    <dgm:cxn modelId="{ED77A2D6-5F10-4A95-9268-1234A8548D21}" type="presOf" srcId="{ECBD2C07-5ED4-4BCD-AF55-C6E628BF5EF7}" destId="{C19F4E99-2085-4487-8DB4-A62E5403DC1D}" srcOrd="0" destOrd="0" presId="urn:microsoft.com/office/officeart/2018/2/layout/IconVerticalSolidList"/>
    <dgm:cxn modelId="{1BA466DD-07E0-491F-9A2D-96610EAD89EE}" srcId="{ECBD2C07-5ED4-4BCD-AF55-C6E628BF5EF7}" destId="{55F42667-D046-4DF3-8DA2-14FC993617AD}" srcOrd="1" destOrd="0" parTransId="{3791013A-9F18-47D9-9B9F-5AD909D70683}" sibTransId="{C24B10CC-8DFC-4408-9287-1B4CA0731773}"/>
    <dgm:cxn modelId="{2EDCADE1-EE9A-43CC-8EEC-ED1E872C8C85}" type="presOf" srcId="{3382F09E-1D54-4244-8D10-63CF01460BFC}" destId="{E93AD0F9-C814-48C2-B061-8956C781F2E7}" srcOrd="0" destOrd="0" presId="urn:microsoft.com/office/officeart/2018/2/layout/IconVerticalSolidList"/>
    <dgm:cxn modelId="{04B3EEE9-8D53-45D0-977D-4071796604E2}" type="presOf" srcId="{42A63BC2-FBA6-4D8C-82FE-A55A5D831E8B}" destId="{18D6D9E6-EAE4-414D-975C-BA2852032596}" srcOrd="0" destOrd="0" presId="urn:microsoft.com/office/officeart/2018/2/layout/IconVerticalSolidList"/>
    <dgm:cxn modelId="{0DF931F4-10C0-4C20-B6A4-756D3F330041}" type="presOf" srcId="{65B0A2F8-F648-4549-AAC9-03E131A17F32}" destId="{CC98F043-7AF7-4AE2-924A-35551D76E91F}" srcOrd="0" destOrd="0" presId="urn:microsoft.com/office/officeart/2018/2/layout/IconVerticalSolidList"/>
    <dgm:cxn modelId="{D76F3FDE-60B4-498A-ADAC-CD7DB3019108}" type="presParOf" srcId="{C19F4E99-2085-4487-8DB4-A62E5403DC1D}" destId="{ACB92405-FEA2-4522-9726-DC02C994560B}" srcOrd="0" destOrd="0" presId="urn:microsoft.com/office/officeart/2018/2/layout/IconVerticalSolidList"/>
    <dgm:cxn modelId="{4CF6BD67-D637-470E-9779-6891FDB2296A}" type="presParOf" srcId="{ACB92405-FEA2-4522-9726-DC02C994560B}" destId="{520C0E70-C05F-45BF-AE8B-05F1185C3059}" srcOrd="0" destOrd="0" presId="urn:microsoft.com/office/officeart/2018/2/layout/IconVerticalSolidList"/>
    <dgm:cxn modelId="{99EBCAB4-FB25-4EF5-BF60-42137ECECF32}" type="presParOf" srcId="{ACB92405-FEA2-4522-9726-DC02C994560B}" destId="{DD69EC06-5D79-4C72-9520-E0D4B55865EA}" srcOrd="1" destOrd="0" presId="urn:microsoft.com/office/officeart/2018/2/layout/IconVerticalSolidList"/>
    <dgm:cxn modelId="{173C1CB6-7296-42C0-BF18-EB41CB92FBED}" type="presParOf" srcId="{ACB92405-FEA2-4522-9726-DC02C994560B}" destId="{A28DCEAE-5019-4258-BECC-B8A967149C12}" srcOrd="2" destOrd="0" presId="urn:microsoft.com/office/officeart/2018/2/layout/IconVerticalSolidList"/>
    <dgm:cxn modelId="{C5945069-1996-4DF8-82BB-F27A7CB78684}" type="presParOf" srcId="{ACB92405-FEA2-4522-9726-DC02C994560B}" destId="{18D6D9E6-EAE4-414D-975C-BA2852032596}" srcOrd="3" destOrd="0" presId="urn:microsoft.com/office/officeart/2018/2/layout/IconVerticalSolidList"/>
    <dgm:cxn modelId="{6BFF859C-9E6F-45BB-8183-457CF08E7546}" type="presParOf" srcId="{C19F4E99-2085-4487-8DB4-A62E5403DC1D}" destId="{A180B006-8EB9-4649-A1C5-F0D7BB2F4607}" srcOrd="1" destOrd="0" presId="urn:microsoft.com/office/officeart/2018/2/layout/IconVerticalSolidList"/>
    <dgm:cxn modelId="{D13D9A3A-48A1-4CAF-B569-4D016E626B8A}" type="presParOf" srcId="{C19F4E99-2085-4487-8DB4-A62E5403DC1D}" destId="{3980A1D8-3778-4311-A6BD-4A06DC2233A7}" srcOrd="2" destOrd="0" presId="urn:microsoft.com/office/officeart/2018/2/layout/IconVerticalSolidList"/>
    <dgm:cxn modelId="{479AAF5C-13AD-4D42-A0BA-EBBACD94DDEF}" type="presParOf" srcId="{3980A1D8-3778-4311-A6BD-4A06DC2233A7}" destId="{C4161CB5-9C9E-4788-8A55-65AD32AB5084}" srcOrd="0" destOrd="0" presId="urn:microsoft.com/office/officeart/2018/2/layout/IconVerticalSolidList"/>
    <dgm:cxn modelId="{1EBDADB9-2399-4F9E-A437-CF01821A6DAD}" type="presParOf" srcId="{3980A1D8-3778-4311-A6BD-4A06DC2233A7}" destId="{EA8E3BBC-A66D-413F-AC4C-439267490016}" srcOrd="1" destOrd="0" presId="urn:microsoft.com/office/officeart/2018/2/layout/IconVerticalSolidList"/>
    <dgm:cxn modelId="{334DE37E-1BE5-4CCC-B726-203FCDE4F03A}" type="presParOf" srcId="{3980A1D8-3778-4311-A6BD-4A06DC2233A7}" destId="{715767CB-57EE-400F-9DB4-6DCC9046207B}" srcOrd="2" destOrd="0" presId="urn:microsoft.com/office/officeart/2018/2/layout/IconVerticalSolidList"/>
    <dgm:cxn modelId="{5614975F-4C52-4E52-9AE4-01E45DFC2E2E}" type="presParOf" srcId="{3980A1D8-3778-4311-A6BD-4A06DC2233A7}" destId="{C7386604-D26B-4563-AEFA-B61E05338CA1}" srcOrd="3" destOrd="0" presId="urn:microsoft.com/office/officeart/2018/2/layout/IconVerticalSolidList"/>
    <dgm:cxn modelId="{A44FF565-EDA9-427E-9CF2-59DE33097D6A}" type="presParOf" srcId="{C19F4E99-2085-4487-8DB4-A62E5403DC1D}" destId="{7C82C045-1C90-4C2E-9218-0B59343FAFB9}" srcOrd="3" destOrd="0" presId="urn:microsoft.com/office/officeart/2018/2/layout/IconVerticalSolidList"/>
    <dgm:cxn modelId="{2DC11F8F-F1F8-4098-9DAF-37D700CF04D9}" type="presParOf" srcId="{C19F4E99-2085-4487-8DB4-A62E5403DC1D}" destId="{799517B9-6BD0-490A-9EAB-E8E90CCADFF1}" srcOrd="4" destOrd="0" presId="urn:microsoft.com/office/officeart/2018/2/layout/IconVerticalSolidList"/>
    <dgm:cxn modelId="{C854FB0D-C94A-497C-8867-EDF0B6CEFAF6}" type="presParOf" srcId="{799517B9-6BD0-490A-9EAB-E8E90CCADFF1}" destId="{773D43B7-6430-45D2-9424-2067D374323C}" srcOrd="0" destOrd="0" presId="urn:microsoft.com/office/officeart/2018/2/layout/IconVerticalSolidList"/>
    <dgm:cxn modelId="{F90CCD5F-EFAC-4089-A212-75F3B6275FDA}" type="presParOf" srcId="{799517B9-6BD0-490A-9EAB-E8E90CCADFF1}" destId="{97B5A895-3210-4813-9BDF-7C70896B2BC4}" srcOrd="1" destOrd="0" presId="urn:microsoft.com/office/officeart/2018/2/layout/IconVerticalSolidList"/>
    <dgm:cxn modelId="{9697A8C6-31A8-42D9-AF72-F71567510551}" type="presParOf" srcId="{799517B9-6BD0-490A-9EAB-E8E90CCADFF1}" destId="{B7985578-0458-4B0C-AA24-B563C3337631}" srcOrd="2" destOrd="0" presId="urn:microsoft.com/office/officeart/2018/2/layout/IconVerticalSolidList"/>
    <dgm:cxn modelId="{8E77447D-E126-4120-8433-7BF63A3221E8}" type="presParOf" srcId="{799517B9-6BD0-490A-9EAB-E8E90CCADFF1}" destId="{E93AD0F9-C814-48C2-B061-8956C781F2E7}" srcOrd="3" destOrd="0" presId="urn:microsoft.com/office/officeart/2018/2/layout/IconVerticalSolidList"/>
    <dgm:cxn modelId="{90CFF7FC-1200-4085-B88E-14915301044D}" type="presParOf" srcId="{C19F4E99-2085-4487-8DB4-A62E5403DC1D}" destId="{666D0DEB-4D10-46DB-A0A9-A8A786241FC2}" srcOrd="5" destOrd="0" presId="urn:microsoft.com/office/officeart/2018/2/layout/IconVerticalSolidList"/>
    <dgm:cxn modelId="{3705FE1C-131E-417E-B78A-F06F6B9AD364}" type="presParOf" srcId="{C19F4E99-2085-4487-8DB4-A62E5403DC1D}" destId="{892DB2F7-DA49-4234-B7C1-6E823F718405}" srcOrd="6" destOrd="0" presId="urn:microsoft.com/office/officeart/2018/2/layout/IconVerticalSolidList"/>
    <dgm:cxn modelId="{FA0B57E2-93D5-4679-B411-9EBA86515195}" type="presParOf" srcId="{892DB2F7-DA49-4234-B7C1-6E823F718405}" destId="{467BA878-0CBF-467E-88B5-27005D9563A5}" srcOrd="0" destOrd="0" presId="urn:microsoft.com/office/officeart/2018/2/layout/IconVerticalSolidList"/>
    <dgm:cxn modelId="{C2115180-7813-42A3-B52C-FAC2B9E9D3D0}" type="presParOf" srcId="{892DB2F7-DA49-4234-B7C1-6E823F718405}" destId="{5020CFF5-3DDC-49EA-B5F0-4D69D5571064}" srcOrd="1" destOrd="0" presId="urn:microsoft.com/office/officeart/2018/2/layout/IconVerticalSolidList"/>
    <dgm:cxn modelId="{8D76EC82-37D9-4CD7-84A0-74FFACFAB092}" type="presParOf" srcId="{892DB2F7-DA49-4234-B7C1-6E823F718405}" destId="{97B14A47-F701-4892-9CB1-A1E6FFD0F376}" srcOrd="2" destOrd="0" presId="urn:microsoft.com/office/officeart/2018/2/layout/IconVerticalSolidList"/>
    <dgm:cxn modelId="{8F82A7F6-E674-40DE-9F81-3B10A6BE05EE}" type="presParOf" srcId="{892DB2F7-DA49-4234-B7C1-6E823F718405}" destId="{14D8083F-B1CE-46BC-85A3-4609DE45B435}" srcOrd="3" destOrd="0" presId="urn:microsoft.com/office/officeart/2018/2/layout/IconVerticalSolidList"/>
    <dgm:cxn modelId="{DDC39F7F-4662-4F99-8FF7-11A703F6A880}" type="presParOf" srcId="{C19F4E99-2085-4487-8DB4-A62E5403DC1D}" destId="{E0558B4D-729F-4244-B1A2-25FBA5420FED}" srcOrd="7" destOrd="0" presId="urn:microsoft.com/office/officeart/2018/2/layout/IconVerticalSolidList"/>
    <dgm:cxn modelId="{5FCC4CB0-3537-4087-9937-2637501009F6}" type="presParOf" srcId="{C19F4E99-2085-4487-8DB4-A62E5403DC1D}" destId="{74246B8B-9B65-462A-BF87-C28F62D7601A}" srcOrd="8" destOrd="0" presId="urn:microsoft.com/office/officeart/2018/2/layout/IconVerticalSolidList"/>
    <dgm:cxn modelId="{97B28EE3-272A-40D1-814D-0D2DDF7569E5}" type="presParOf" srcId="{74246B8B-9B65-462A-BF87-C28F62D7601A}" destId="{16E545C5-9C0A-4BFA-A517-E7A9B71441EA}" srcOrd="0" destOrd="0" presId="urn:microsoft.com/office/officeart/2018/2/layout/IconVerticalSolidList"/>
    <dgm:cxn modelId="{6594F99E-73F7-46F5-8521-D85F5C65FAC3}" type="presParOf" srcId="{74246B8B-9B65-462A-BF87-C28F62D7601A}" destId="{BB34D325-76B6-4210-A4AC-DC2CEF129E42}" srcOrd="1" destOrd="0" presId="urn:microsoft.com/office/officeart/2018/2/layout/IconVerticalSolidList"/>
    <dgm:cxn modelId="{D996E599-2EE9-457A-B4BB-8CE29D4F471B}" type="presParOf" srcId="{74246B8B-9B65-462A-BF87-C28F62D7601A}" destId="{C1A78F56-EB48-4312-9F37-9B5B871CC0D7}" srcOrd="2" destOrd="0" presId="urn:microsoft.com/office/officeart/2018/2/layout/IconVerticalSolidList"/>
    <dgm:cxn modelId="{6E91EA44-1C87-4384-AE3E-B9AAEFA2916D}" type="presParOf" srcId="{74246B8B-9B65-462A-BF87-C28F62D7601A}" destId="{CC98F043-7AF7-4AE2-924A-35551D76E9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6ACBB8-E7DF-4CB6-BE7B-E1CE7DBBE4A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15005D-9038-4870-BAC0-6C36113B196A}">
      <dgm:prSet/>
      <dgm:spPr/>
      <dgm:t>
        <a:bodyPr/>
        <a:lstStyle/>
        <a:p>
          <a:r>
            <a:rPr lang="en-US"/>
            <a:t>Objective 1: Evaluate the impact of Customer Service Performance on churn.</a:t>
          </a:r>
        </a:p>
      </dgm:t>
    </dgm:pt>
    <dgm:pt modelId="{786171B2-9CC0-4BFE-BD62-2E86563CDC1D}" type="parTrans" cxnId="{7C3C06A8-7C35-4317-A0D0-C7B8F9F39F6F}">
      <dgm:prSet/>
      <dgm:spPr/>
      <dgm:t>
        <a:bodyPr/>
        <a:lstStyle/>
        <a:p>
          <a:endParaRPr lang="en-US"/>
        </a:p>
      </dgm:t>
    </dgm:pt>
    <dgm:pt modelId="{ABEDBB3A-B8F7-4A6D-B53D-C5D895EB5DEA}" type="sibTrans" cxnId="{7C3C06A8-7C35-4317-A0D0-C7B8F9F39F6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8F0B6AA-4B02-4CAF-9CBC-F21E8CFC4B9E}">
      <dgm:prSet/>
      <dgm:spPr/>
      <dgm:t>
        <a:bodyPr/>
        <a:lstStyle/>
        <a:p>
          <a:r>
            <a:rPr lang="en-US"/>
            <a:t>Objective 2: Analyze Plan &amp; Usage Drivers influencing churn.</a:t>
          </a:r>
        </a:p>
      </dgm:t>
    </dgm:pt>
    <dgm:pt modelId="{13849506-8F98-4556-9BC1-2853339793F0}" type="parTrans" cxnId="{B0144A54-8E3A-404A-ACC0-F18F646187B5}">
      <dgm:prSet/>
      <dgm:spPr/>
      <dgm:t>
        <a:bodyPr/>
        <a:lstStyle/>
        <a:p>
          <a:endParaRPr lang="en-US"/>
        </a:p>
      </dgm:t>
    </dgm:pt>
    <dgm:pt modelId="{549A796F-BA3F-4366-9E10-EBEDE1AF9695}" type="sibTrans" cxnId="{B0144A54-8E3A-404A-ACC0-F18F646187B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7A4D4C6-82A7-476F-82DA-182D4BB3C9B8}">
      <dgm:prSet/>
      <dgm:spPr/>
      <dgm:t>
        <a:bodyPr/>
        <a:lstStyle/>
        <a:p>
          <a:r>
            <a:rPr lang="en-US"/>
            <a:t>Objective 3: </a:t>
          </a:r>
          <a:r>
            <a:rPr lang="en-NG"/>
            <a:t>Identify the "Critical Call Threshold</a:t>
          </a:r>
          <a:endParaRPr lang="en-US"/>
        </a:p>
      </dgm:t>
    </dgm:pt>
    <dgm:pt modelId="{C67DA76B-E4E1-4BFB-AC4C-D2FBFBD965FB}" type="parTrans" cxnId="{965D1153-1455-48C4-8FE0-1AC28501FF8A}">
      <dgm:prSet/>
      <dgm:spPr/>
      <dgm:t>
        <a:bodyPr/>
        <a:lstStyle/>
        <a:p>
          <a:endParaRPr lang="en-US"/>
        </a:p>
      </dgm:t>
    </dgm:pt>
    <dgm:pt modelId="{8F124733-502E-479F-9D6E-7897D001D059}" type="sibTrans" cxnId="{965D1153-1455-48C4-8FE0-1AC28501FF8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0052292-9749-476E-B8AE-F101B3AA419C}" type="pres">
      <dgm:prSet presAssocID="{3F6ACBB8-E7DF-4CB6-BE7B-E1CE7DBBE4AB}" presName="Name0" presStyleCnt="0">
        <dgm:presLayoutVars>
          <dgm:animLvl val="lvl"/>
          <dgm:resizeHandles val="exact"/>
        </dgm:presLayoutVars>
      </dgm:prSet>
      <dgm:spPr/>
    </dgm:pt>
    <dgm:pt modelId="{3D4456A5-957F-4F73-A18D-CBF01B23E89A}" type="pres">
      <dgm:prSet presAssocID="{9D15005D-9038-4870-BAC0-6C36113B196A}" presName="compositeNode" presStyleCnt="0">
        <dgm:presLayoutVars>
          <dgm:bulletEnabled val="1"/>
        </dgm:presLayoutVars>
      </dgm:prSet>
      <dgm:spPr/>
    </dgm:pt>
    <dgm:pt modelId="{4C08F61E-48D8-4521-BA27-EB783A69693C}" type="pres">
      <dgm:prSet presAssocID="{9D15005D-9038-4870-BAC0-6C36113B196A}" presName="bgRect" presStyleLbl="bgAccFollowNode1" presStyleIdx="0" presStyleCnt="3"/>
      <dgm:spPr/>
    </dgm:pt>
    <dgm:pt modelId="{CAB59E0C-176C-4DAE-8CBD-D34581087382}" type="pres">
      <dgm:prSet presAssocID="{ABEDBB3A-B8F7-4A6D-B53D-C5D895EB5DE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9BE136F1-E46F-4319-9127-FB7004245B0C}" type="pres">
      <dgm:prSet presAssocID="{9D15005D-9038-4870-BAC0-6C36113B196A}" presName="bottomLine" presStyleLbl="alignNode1" presStyleIdx="1" presStyleCnt="6">
        <dgm:presLayoutVars/>
      </dgm:prSet>
      <dgm:spPr/>
    </dgm:pt>
    <dgm:pt modelId="{50483079-8750-458B-BB48-ECDAAFA5E276}" type="pres">
      <dgm:prSet presAssocID="{9D15005D-9038-4870-BAC0-6C36113B196A}" presName="nodeText" presStyleLbl="bgAccFollowNode1" presStyleIdx="0" presStyleCnt="3">
        <dgm:presLayoutVars>
          <dgm:bulletEnabled val="1"/>
        </dgm:presLayoutVars>
      </dgm:prSet>
      <dgm:spPr/>
    </dgm:pt>
    <dgm:pt modelId="{3A1A87E8-C354-47BA-A38D-014DACDE77F1}" type="pres">
      <dgm:prSet presAssocID="{ABEDBB3A-B8F7-4A6D-B53D-C5D895EB5DEA}" presName="sibTrans" presStyleCnt="0"/>
      <dgm:spPr/>
    </dgm:pt>
    <dgm:pt modelId="{0E8C4CE8-5CB7-4283-AA3C-A3B8ABE1202E}" type="pres">
      <dgm:prSet presAssocID="{38F0B6AA-4B02-4CAF-9CBC-F21E8CFC4B9E}" presName="compositeNode" presStyleCnt="0">
        <dgm:presLayoutVars>
          <dgm:bulletEnabled val="1"/>
        </dgm:presLayoutVars>
      </dgm:prSet>
      <dgm:spPr/>
    </dgm:pt>
    <dgm:pt modelId="{05D63168-F640-49D9-82BD-8432BBDFA74C}" type="pres">
      <dgm:prSet presAssocID="{38F0B6AA-4B02-4CAF-9CBC-F21E8CFC4B9E}" presName="bgRect" presStyleLbl="bgAccFollowNode1" presStyleIdx="1" presStyleCnt="3"/>
      <dgm:spPr/>
    </dgm:pt>
    <dgm:pt modelId="{F59B62D3-63BA-45DF-9534-BBD42E1D568E}" type="pres">
      <dgm:prSet presAssocID="{549A796F-BA3F-4366-9E10-EBEDE1AF969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ECD0A12-E97A-40B4-8E25-7D1EC2502405}" type="pres">
      <dgm:prSet presAssocID="{38F0B6AA-4B02-4CAF-9CBC-F21E8CFC4B9E}" presName="bottomLine" presStyleLbl="alignNode1" presStyleIdx="3" presStyleCnt="6">
        <dgm:presLayoutVars/>
      </dgm:prSet>
      <dgm:spPr/>
    </dgm:pt>
    <dgm:pt modelId="{E18E0B63-00C6-4C1F-BF12-8AAE592A0A8E}" type="pres">
      <dgm:prSet presAssocID="{38F0B6AA-4B02-4CAF-9CBC-F21E8CFC4B9E}" presName="nodeText" presStyleLbl="bgAccFollowNode1" presStyleIdx="1" presStyleCnt="3">
        <dgm:presLayoutVars>
          <dgm:bulletEnabled val="1"/>
        </dgm:presLayoutVars>
      </dgm:prSet>
      <dgm:spPr/>
    </dgm:pt>
    <dgm:pt modelId="{92653D08-B88C-4CBB-91B4-2E729BDC1257}" type="pres">
      <dgm:prSet presAssocID="{549A796F-BA3F-4366-9E10-EBEDE1AF9695}" presName="sibTrans" presStyleCnt="0"/>
      <dgm:spPr/>
    </dgm:pt>
    <dgm:pt modelId="{E52325A5-51EE-4DF9-BBC5-C1786FFCA028}" type="pres">
      <dgm:prSet presAssocID="{A7A4D4C6-82A7-476F-82DA-182D4BB3C9B8}" presName="compositeNode" presStyleCnt="0">
        <dgm:presLayoutVars>
          <dgm:bulletEnabled val="1"/>
        </dgm:presLayoutVars>
      </dgm:prSet>
      <dgm:spPr/>
    </dgm:pt>
    <dgm:pt modelId="{FC1EE424-BED4-4924-B7F8-775CE5B56889}" type="pres">
      <dgm:prSet presAssocID="{A7A4D4C6-82A7-476F-82DA-182D4BB3C9B8}" presName="bgRect" presStyleLbl="bgAccFollowNode1" presStyleIdx="2" presStyleCnt="3"/>
      <dgm:spPr/>
    </dgm:pt>
    <dgm:pt modelId="{EB8DFD21-BB77-4CB1-89F4-75D3E81C0BFE}" type="pres">
      <dgm:prSet presAssocID="{8F124733-502E-479F-9D6E-7897D001D05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134CD9D6-9A41-44D2-87D9-84433C0118BF}" type="pres">
      <dgm:prSet presAssocID="{A7A4D4C6-82A7-476F-82DA-182D4BB3C9B8}" presName="bottomLine" presStyleLbl="alignNode1" presStyleIdx="5" presStyleCnt="6">
        <dgm:presLayoutVars/>
      </dgm:prSet>
      <dgm:spPr/>
    </dgm:pt>
    <dgm:pt modelId="{3CB97ACD-F35E-4BD0-8A05-A4029A9BD267}" type="pres">
      <dgm:prSet presAssocID="{A7A4D4C6-82A7-476F-82DA-182D4BB3C9B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BDD70A0E-2889-4750-8340-C85C3BF62C1E}" type="presOf" srcId="{3F6ACBB8-E7DF-4CB6-BE7B-E1CE7DBBE4AB}" destId="{20052292-9749-476E-B8AE-F101B3AA419C}" srcOrd="0" destOrd="0" presId="urn:microsoft.com/office/officeart/2016/7/layout/BasicLinearProcessNumbered"/>
    <dgm:cxn modelId="{2263A140-D00F-4627-95D6-FA6AABA8784F}" type="presOf" srcId="{A7A4D4C6-82A7-476F-82DA-182D4BB3C9B8}" destId="{3CB97ACD-F35E-4BD0-8A05-A4029A9BD267}" srcOrd="1" destOrd="0" presId="urn:microsoft.com/office/officeart/2016/7/layout/BasicLinearProcessNumbered"/>
    <dgm:cxn modelId="{965D1153-1455-48C4-8FE0-1AC28501FF8A}" srcId="{3F6ACBB8-E7DF-4CB6-BE7B-E1CE7DBBE4AB}" destId="{A7A4D4C6-82A7-476F-82DA-182D4BB3C9B8}" srcOrd="2" destOrd="0" parTransId="{C67DA76B-E4E1-4BFB-AC4C-D2FBFBD965FB}" sibTransId="{8F124733-502E-479F-9D6E-7897D001D059}"/>
    <dgm:cxn modelId="{B0144A54-8E3A-404A-ACC0-F18F646187B5}" srcId="{3F6ACBB8-E7DF-4CB6-BE7B-E1CE7DBBE4AB}" destId="{38F0B6AA-4B02-4CAF-9CBC-F21E8CFC4B9E}" srcOrd="1" destOrd="0" parTransId="{13849506-8F98-4556-9BC1-2853339793F0}" sibTransId="{549A796F-BA3F-4366-9E10-EBEDE1AF9695}"/>
    <dgm:cxn modelId="{7C3C06A8-7C35-4317-A0D0-C7B8F9F39F6F}" srcId="{3F6ACBB8-E7DF-4CB6-BE7B-E1CE7DBBE4AB}" destId="{9D15005D-9038-4870-BAC0-6C36113B196A}" srcOrd="0" destOrd="0" parTransId="{786171B2-9CC0-4BFE-BD62-2E86563CDC1D}" sibTransId="{ABEDBB3A-B8F7-4A6D-B53D-C5D895EB5DEA}"/>
    <dgm:cxn modelId="{AF3FEAAF-6285-49C9-9FA1-45BA694ADDAE}" type="presOf" srcId="{549A796F-BA3F-4366-9E10-EBEDE1AF9695}" destId="{F59B62D3-63BA-45DF-9534-BBD42E1D568E}" srcOrd="0" destOrd="0" presId="urn:microsoft.com/office/officeart/2016/7/layout/BasicLinearProcessNumbered"/>
    <dgm:cxn modelId="{B50525BA-8FA3-43F9-8700-F8F95B75C55C}" type="presOf" srcId="{9D15005D-9038-4870-BAC0-6C36113B196A}" destId="{50483079-8750-458B-BB48-ECDAAFA5E276}" srcOrd="1" destOrd="0" presId="urn:microsoft.com/office/officeart/2016/7/layout/BasicLinearProcessNumbered"/>
    <dgm:cxn modelId="{017AF6C1-8186-42E7-A07C-5250BC4107B4}" type="presOf" srcId="{A7A4D4C6-82A7-476F-82DA-182D4BB3C9B8}" destId="{FC1EE424-BED4-4924-B7F8-775CE5B56889}" srcOrd="0" destOrd="0" presId="urn:microsoft.com/office/officeart/2016/7/layout/BasicLinearProcessNumbered"/>
    <dgm:cxn modelId="{0E0972C8-1F85-4A45-9D22-2F07B56255CB}" type="presOf" srcId="{9D15005D-9038-4870-BAC0-6C36113B196A}" destId="{4C08F61E-48D8-4521-BA27-EB783A69693C}" srcOrd="0" destOrd="0" presId="urn:microsoft.com/office/officeart/2016/7/layout/BasicLinearProcessNumbered"/>
    <dgm:cxn modelId="{FEC13BCD-68B2-4409-AF0D-AA0D765D4D46}" type="presOf" srcId="{38F0B6AA-4B02-4CAF-9CBC-F21E8CFC4B9E}" destId="{E18E0B63-00C6-4C1F-BF12-8AAE592A0A8E}" srcOrd="1" destOrd="0" presId="urn:microsoft.com/office/officeart/2016/7/layout/BasicLinearProcessNumbered"/>
    <dgm:cxn modelId="{01F228D0-1DCC-4FBB-A9C1-32DE30ECB022}" type="presOf" srcId="{38F0B6AA-4B02-4CAF-9CBC-F21E8CFC4B9E}" destId="{05D63168-F640-49D9-82BD-8432BBDFA74C}" srcOrd="0" destOrd="0" presId="urn:microsoft.com/office/officeart/2016/7/layout/BasicLinearProcessNumbered"/>
    <dgm:cxn modelId="{6777D4D5-6277-4A62-9D16-F2D0EC3072B5}" type="presOf" srcId="{8F124733-502E-479F-9D6E-7897D001D059}" destId="{EB8DFD21-BB77-4CB1-89F4-75D3E81C0BFE}" srcOrd="0" destOrd="0" presId="urn:microsoft.com/office/officeart/2016/7/layout/BasicLinearProcessNumbered"/>
    <dgm:cxn modelId="{FB70B4E1-7F0A-4B8E-AD9B-9E2A03B4985B}" type="presOf" srcId="{ABEDBB3A-B8F7-4A6D-B53D-C5D895EB5DEA}" destId="{CAB59E0C-176C-4DAE-8CBD-D34581087382}" srcOrd="0" destOrd="0" presId="urn:microsoft.com/office/officeart/2016/7/layout/BasicLinearProcessNumbered"/>
    <dgm:cxn modelId="{7930C503-27E9-4999-AF20-BCF3E2CEA218}" type="presParOf" srcId="{20052292-9749-476E-B8AE-F101B3AA419C}" destId="{3D4456A5-957F-4F73-A18D-CBF01B23E89A}" srcOrd="0" destOrd="0" presId="urn:microsoft.com/office/officeart/2016/7/layout/BasicLinearProcessNumbered"/>
    <dgm:cxn modelId="{514BFB60-A5A5-4D0E-B889-19CF1CDB68D0}" type="presParOf" srcId="{3D4456A5-957F-4F73-A18D-CBF01B23E89A}" destId="{4C08F61E-48D8-4521-BA27-EB783A69693C}" srcOrd="0" destOrd="0" presId="urn:microsoft.com/office/officeart/2016/7/layout/BasicLinearProcessNumbered"/>
    <dgm:cxn modelId="{13979871-F591-4FFE-A0AA-982BE4354E1B}" type="presParOf" srcId="{3D4456A5-957F-4F73-A18D-CBF01B23E89A}" destId="{CAB59E0C-176C-4DAE-8CBD-D34581087382}" srcOrd="1" destOrd="0" presId="urn:microsoft.com/office/officeart/2016/7/layout/BasicLinearProcessNumbered"/>
    <dgm:cxn modelId="{6DAF1A6F-AAAE-49E1-9560-CD8872EBCF4B}" type="presParOf" srcId="{3D4456A5-957F-4F73-A18D-CBF01B23E89A}" destId="{9BE136F1-E46F-4319-9127-FB7004245B0C}" srcOrd="2" destOrd="0" presId="urn:microsoft.com/office/officeart/2016/7/layout/BasicLinearProcessNumbered"/>
    <dgm:cxn modelId="{39140344-69A1-446F-9E07-41C1CFE1E576}" type="presParOf" srcId="{3D4456A5-957F-4F73-A18D-CBF01B23E89A}" destId="{50483079-8750-458B-BB48-ECDAAFA5E276}" srcOrd="3" destOrd="0" presId="urn:microsoft.com/office/officeart/2016/7/layout/BasicLinearProcessNumbered"/>
    <dgm:cxn modelId="{39357C84-4F83-4976-BC59-572AF0218CB9}" type="presParOf" srcId="{20052292-9749-476E-B8AE-F101B3AA419C}" destId="{3A1A87E8-C354-47BA-A38D-014DACDE77F1}" srcOrd="1" destOrd="0" presId="urn:microsoft.com/office/officeart/2016/7/layout/BasicLinearProcessNumbered"/>
    <dgm:cxn modelId="{A9807980-1932-45E6-BF23-FD21BBDDB18C}" type="presParOf" srcId="{20052292-9749-476E-B8AE-F101B3AA419C}" destId="{0E8C4CE8-5CB7-4283-AA3C-A3B8ABE1202E}" srcOrd="2" destOrd="0" presId="urn:microsoft.com/office/officeart/2016/7/layout/BasicLinearProcessNumbered"/>
    <dgm:cxn modelId="{FB5694E2-817B-4E7D-8D00-6A23BF5C983B}" type="presParOf" srcId="{0E8C4CE8-5CB7-4283-AA3C-A3B8ABE1202E}" destId="{05D63168-F640-49D9-82BD-8432BBDFA74C}" srcOrd="0" destOrd="0" presId="urn:microsoft.com/office/officeart/2016/7/layout/BasicLinearProcessNumbered"/>
    <dgm:cxn modelId="{1583AC99-2C94-4EB0-AE0C-DF53F41F0362}" type="presParOf" srcId="{0E8C4CE8-5CB7-4283-AA3C-A3B8ABE1202E}" destId="{F59B62D3-63BA-45DF-9534-BBD42E1D568E}" srcOrd="1" destOrd="0" presId="urn:microsoft.com/office/officeart/2016/7/layout/BasicLinearProcessNumbered"/>
    <dgm:cxn modelId="{AC344A8D-E8A5-420C-8901-4B6427A4C38E}" type="presParOf" srcId="{0E8C4CE8-5CB7-4283-AA3C-A3B8ABE1202E}" destId="{6ECD0A12-E97A-40B4-8E25-7D1EC2502405}" srcOrd="2" destOrd="0" presId="urn:microsoft.com/office/officeart/2016/7/layout/BasicLinearProcessNumbered"/>
    <dgm:cxn modelId="{C662643E-FFD3-4885-AC57-09C89D60759E}" type="presParOf" srcId="{0E8C4CE8-5CB7-4283-AA3C-A3B8ABE1202E}" destId="{E18E0B63-00C6-4C1F-BF12-8AAE592A0A8E}" srcOrd="3" destOrd="0" presId="urn:microsoft.com/office/officeart/2016/7/layout/BasicLinearProcessNumbered"/>
    <dgm:cxn modelId="{F08588F5-399F-4171-A90C-B228D653E5CB}" type="presParOf" srcId="{20052292-9749-476E-B8AE-F101B3AA419C}" destId="{92653D08-B88C-4CBB-91B4-2E729BDC1257}" srcOrd="3" destOrd="0" presId="urn:microsoft.com/office/officeart/2016/7/layout/BasicLinearProcessNumbered"/>
    <dgm:cxn modelId="{9869D14B-FFA1-470B-9538-7DEC7517604C}" type="presParOf" srcId="{20052292-9749-476E-B8AE-F101B3AA419C}" destId="{E52325A5-51EE-4DF9-BBC5-C1786FFCA028}" srcOrd="4" destOrd="0" presId="urn:microsoft.com/office/officeart/2016/7/layout/BasicLinearProcessNumbered"/>
    <dgm:cxn modelId="{6FE669F8-CAC8-4EE9-BE8D-CF13EF767AE6}" type="presParOf" srcId="{E52325A5-51EE-4DF9-BBC5-C1786FFCA028}" destId="{FC1EE424-BED4-4924-B7F8-775CE5B56889}" srcOrd="0" destOrd="0" presId="urn:microsoft.com/office/officeart/2016/7/layout/BasicLinearProcessNumbered"/>
    <dgm:cxn modelId="{C5879CEA-07E2-4B3F-B7FF-E35E7C178DBD}" type="presParOf" srcId="{E52325A5-51EE-4DF9-BBC5-C1786FFCA028}" destId="{EB8DFD21-BB77-4CB1-89F4-75D3E81C0BFE}" srcOrd="1" destOrd="0" presId="urn:microsoft.com/office/officeart/2016/7/layout/BasicLinearProcessNumbered"/>
    <dgm:cxn modelId="{41C4DA42-E3BA-46BF-8663-2019A7342971}" type="presParOf" srcId="{E52325A5-51EE-4DF9-BBC5-C1786FFCA028}" destId="{134CD9D6-9A41-44D2-87D9-84433C0118BF}" srcOrd="2" destOrd="0" presId="urn:microsoft.com/office/officeart/2016/7/layout/BasicLinearProcessNumbered"/>
    <dgm:cxn modelId="{EA86C118-91C4-4ED8-93EF-EA0EDC9B95A7}" type="presParOf" srcId="{E52325A5-51EE-4DF9-BBC5-C1786FFCA028}" destId="{3CB97ACD-F35E-4BD0-8A05-A4029A9BD26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AF36DC-EBAE-4007-BB27-09305451AFF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BDDD305-CF11-47E8-823E-C117F70CE32B}">
      <dgm:prSet/>
      <dgm:spPr/>
      <dgm:t>
        <a:bodyPr/>
        <a:lstStyle/>
        <a:p>
          <a:r>
            <a:rPr lang="en-US"/>
            <a:t>Key Variables:</a:t>
          </a:r>
        </a:p>
      </dgm:t>
    </dgm:pt>
    <dgm:pt modelId="{D1176A63-76E2-4295-91CF-B689A052D19B}" type="parTrans" cxnId="{6A4D2207-BF63-4133-A57F-0869BCB207BB}">
      <dgm:prSet/>
      <dgm:spPr/>
      <dgm:t>
        <a:bodyPr/>
        <a:lstStyle/>
        <a:p>
          <a:endParaRPr lang="en-US"/>
        </a:p>
      </dgm:t>
    </dgm:pt>
    <dgm:pt modelId="{8809EF4B-3F6A-4FF9-93D9-67A09D24BDD1}" type="sibTrans" cxnId="{6A4D2207-BF63-4133-A57F-0869BCB207BB}">
      <dgm:prSet/>
      <dgm:spPr/>
      <dgm:t>
        <a:bodyPr/>
        <a:lstStyle/>
        <a:p>
          <a:endParaRPr lang="en-US"/>
        </a:p>
      </dgm:t>
    </dgm:pt>
    <dgm:pt modelId="{A2D42B77-23C9-41CA-BDF4-B1C102401FEC}">
      <dgm:prSet/>
      <dgm:spPr/>
      <dgm:t>
        <a:bodyPr/>
        <a:lstStyle/>
        <a:p>
          <a:r>
            <a:rPr lang="en-US"/>
            <a:t>- Customer Service Calls</a:t>
          </a:r>
        </a:p>
      </dgm:t>
    </dgm:pt>
    <dgm:pt modelId="{7E297733-26EF-475B-A641-8A6EEF4BFAA1}" type="parTrans" cxnId="{FC7A0CBB-3606-419F-9C49-296156ACD395}">
      <dgm:prSet/>
      <dgm:spPr/>
      <dgm:t>
        <a:bodyPr/>
        <a:lstStyle/>
        <a:p>
          <a:endParaRPr lang="en-US"/>
        </a:p>
      </dgm:t>
    </dgm:pt>
    <dgm:pt modelId="{2DE73E0F-1CA0-4E96-B37B-EDD4E5F6E838}" type="sibTrans" cxnId="{FC7A0CBB-3606-419F-9C49-296156ACD395}">
      <dgm:prSet/>
      <dgm:spPr/>
      <dgm:t>
        <a:bodyPr/>
        <a:lstStyle/>
        <a:p>
          <a:endParaRPr lang="en-US"/>
        </a:p>
      </dgm:t>
    </dgm:pt>
    <dgm:pt modelId="{A1C7E0C8-D3ED-4E25-BAD9-70AE049A5FEB}">
      <dgm:prSet/>
      <dgm:spPr/>
      <dgm:t>
        <a:bodyPr/>
        <a:lstStyle/>
        <a:p>
          <a:r>
            <a:rPr lang="en-US"/>
            <a:t>- Churn Status</a:t>
          </a:r>
        </a:p>
      </dgm:t>
    </dgm:pt>
    <dgm:pt modelId="{57E4189E-FEED-449C-BB1B-6ECEBBF5B65F}" type="parTrans" cxnId="{7BB565B2-54B2-46A5-8348-9169BB07D543}">
      <dgm:prSet/>
      <dgm:spPr/>
      <dgm:t>
        <a:bodyPr/>
        <a:lstStyle/>
        <a:p>
          <a:endParaRPr lang="en-US"/>
        </a:p>
      </dgm:t>
    </dgm:pt>
    <dgm:pt modelId="{278A7638-60E5-4EE1-815F-18BE2CFD9AF1}" type="sibTrans" cxnId="{7BB565B2-54B2-46A5-8348-9169BB07D543}">
      <dgm:prSet/>
      <dgm:spPr/>
      <dgm:t>
        <a:bodyPr/>
        <a:lstStyle/>
        <a:p>
          <a:endParaRPr lang="en-US"/>
        </a:p>
      </dgm:t>
    </dgm:pt>
    <dgm:pt modelId="{A117BF93-6584-4049-A0E1-71318D15473A}">
      <dgm:prSet/>
      <dgm:spPr/>
      <dgm:t>
        <a:bodyPr/>
        <a:lstStyle/>
        <a:p>
          <a:r>
            <a:rPr lang="en-US"/>
            <a:t>- International Plan</a:t>
          </a:r>
        </a:p>
      </dgm:t>
    </dgm:pt>
    <dgm:pt modelId="{C01A5B69-577F-4BEB-8EFF-3C5010366BA1}" type="parTrans" cxnId="{E8E85C65-47C6-43B5-8D2E-63EEBBE0E622}">
      <dgm:prSet/>
      <dgm:spPr/>
      <dgm:t>
        <a:bodyPr/>
        <a:lstStyle/>
        <a:p>
          <a:endParaRPr lang="en-US"/>
        </a:p>
      </dgm:t>
    </dgm:pt>
    <dgm:pt modelId="{38F0479E-6E28-4D74-A713-75FB5EED55CC}" type="sibTrans" cxnId="{E8E85C65-47C6-43B5-8D2E-63EEBBE0E622}">
      <dgm:prSet/>
      <dgm:spPr/>
      <dgm:t>
        <a:bodyPr/>
        <a:lstStyle/>
        <a:p>
          <a:endParaRPr lang="en-US"/>
        </a:p>
      </dgm:t>
    </dgm:pt>
    <dgm:pt modelId="{CDD908FF-1A2D-43FC-BA92-5519680F900A}">
      <dgm:prSet/>
      <dgm:spPr/>
      <dgm:t>
        <a:bodyPr/>
        <a:lstStyle/>
        <a:p>
          <a:r>
            <a:rPr lang="en-US"/>
            <a:t>- Voice Mail Plan</a:t>
          </a:r>
        </a:p>
      </dgm:t>
    </dgm:pt>
    <dgm:pt modelId="{616BEF16-4A46-4BC6-AF4E-43AB52CD0CE0}" type="parTrans" cxnId="{A35EC2A4-381B-41EC-A4B7-113C4B4BE36A}">
      <dgm:prSet/>
      <dgm:spPr/>
      <dgm:t>
        <a:bodyPr/>
        <a:lstStyle/>
        <a:p>
          <a:endParaRPr lang="en-US"/>
        </a:p>
      </dgm:t>
    </dgm:pt>
    <dgm:pt modelId="{BAE3E21A-4A85-454E-A981-7C2497524FE2}" type="sibTrans" cxnId="{A35EC2A4-381B-41EC-A4B7-113C4B4BE36A}">
      <dgm:prSet/>
      <dgm:spPr/>
      <dgm:t>
        <a:bodyPr/>
        <a:lstStyle/>
        <a:p>
          <a:endParaRPr lang="en-US"/>
        </a:p>
      </dgm:t>
    </dgm:pt>
    <dgm:pt modelId="{EDB73EE5-1595-4433-A7F4-4FA456FE0344}">
      <dgm:prSet/>
      <dgm:spPr/>
      <dgm:t>
        <a:bodyPr/>
        <a:lstStyle/>
        <a:p>
          <a:r>
            <a:rPr lang="en-US"/>
            <a:t>- Total Charges</a:t>
          </a:r>
        </a:p>
      </dgm:t>
    </dgm:pt>
    <dgm:pt modelId="{CFFCEC4B-CEE6-411A-B6E0-E5106A6B0184}" type="parTrans" cxnId="{F61E4A9F-C561-437C-B6D7-39C1BE6EA2E7}">
      <dgm:prSet/>
      <dgm:spPr/>
      <dgm:t>
        <a:bodyPr/>
        <a:lstStyle/>
        <a:p>
          <a:endParaRPr lang="en-US"/>
        </a:p>
      </dgm:t>
    </dgm:pt>
    <dgm:pt modelId="{308BEF5A-7CAC-4102-BB77-A2AB61F45FDB}" type="sibTrans" cxnId="{F61E4A9F-C561-437C-B6D7-39C1BE6EA2E7}">
      <dgm:prSet/>
      <dgm:spPr/>
      <dgm:t>
        <a:bodyPr/>
        <a:lstStyle/>
        <a:p>
          <a:endParaRPr lang="en-US"/>
        </a:p>
      </dgm:t>
    </dgm:pt>
    <dgm:pt modelId="{81EA207A-44D5-4893-8404-2C6303AEA688}">
      <dgm:prSet/>
      <dgm:spPr/>
      <dgm:t>
        <a:bodyPr/>
        <a:lstStyle/>
        <a:p>
          <a:r>
            <a:rPr lang="en-US"/>
            <a:t>- Account Length</a:t>
          </a:r>
        </a:p>
      </dgm:t>
    </dgm:pt>
    <dgm:pt modelId="{3E503544-2985-4BC1-8720-D3F84B9E131D}" type="parTrans" cxnId="{BC084862-CFF1-48B4-B929-E5C661F58BF6}">
      <dgm:prSet/>
      <dgm:spPr/>
      <dgm:t>
        <a:bodyPr/>
        <a:lstStyle/>
        <a:p>
          <a:endParaRPr lang="en-US"/>
        </a:p>
      </dgm:t>
    </dgm:pt>
    <dgm:pt modelId="{D5CCA496-C61F-4687-9E1B-5E8113552F80}" type="sibTrans" cxnId="{BC084862-CFF1-48B4-B929-E5C661F58BF6}">
      <dgm:prSet/>
      <dgm:spPr/>
      <dgm:t>
        <a:bodyPr/>
        <a:lstStyle/>
        <a:p>
          <a:endParaRPr lang="en-US"/>
        </a:p>
      </dgm:t>
    </dgm:pt>
    <dgm:pt modelId="{3E62FCA8-9C0C-4EB1-A99A-95249731985C}">
      <dgm:prSet/>
      <dgm:spPr/>
      <dgm:t>
        <a:bodyPr/>
        <a:lstStyle/>
        <a:p>
          <a:r>
            <a:rPr lang="en-US"/>
            <a:t>- State / Area Code</a:t>
          </a:r>
        </a:p>
      </dgm:t>
    </dgm:pt>
    <dgm:pt modelId="{F4EFA846-8FFF-4CE5-B68C-8E1AFD941E7A}" type="parTrans" cxnId="{03F60449-EA91-4CD1-8EAC-7624A773A828}">
      <dgm:prSet/>
      <dgm:spPr/>
      <dgm:t>
        <a:bodyPr/>
        <a:lstStyle/>
        <a:p>
          <a:endParaRPr lang="en-US"/>
        </a:p>
      </dgm:t>
    </dgm:pt>
    <dgm:pt modelId="{50687B46-352B-41F1-8D74-737804B06961}" type="sibTrans" cxnId="{03F60449-EA91-4CD1-8EAC-7624A773A828}">
      <dgm:prSet/>
      <dgm:spPr/>
      <dgm:t>
        <a:bodyPr/>
        <a:lstStyle/>
        <a:p>
          <a:endParaRPr lang="en-US"/>
        </a:p>
      </dgm:t>
    </dgm:pt>
    <dgm:pt modelId="{38ED8142-E50A-4BD5-A946-A977A380742D}" type="pres">
      <dgm:prSet presAssocID="{68AF36DC-EBAE-4007-BB27-09305451AFF1}" presName="diagram" presStyleCnt="0">
        <dgm:presLayoutVars>
          <dgm:dir/>
          <dgm:resizeHandles val="exact"/>
        </dgm:presLayoutVars>
      </dgm:prSet>
      <dgm:spPr/>
    </dgm:pt>
    <dgm:pt modelId="{6E63A831-393C-4F6C-BF79-4DA105124A61}" type="pres">
      <dgm:prSet presAssocID="{9BDDD305-CF11-47E8-823E-C117F70CE32B}" presName="node" presStyleLbl="node1" presStyleIdx="0" presStyleCnt="8">
        <dgm:presLayoutVars>
          <dgm:bulletEnabled val="1"/>
        </dgm:presLayoutVars>
      </dgm:prSet>
      <dgm:spPr/>
    </dgm:pt>
    <dgm:pt modelId="{538B6264-E696-4449-8734-E3F815631139}" type="pres">
      <dgm:prSet presAssocID="{8809EF4B-3F6A-4FF9-93D9-67A09D24BDD1}" presName="sibTrans" presStyleCnt="0"/>
      <dgm:spPr/>
    </dgm:pt>
    <dgm:pt modelId="{98C73F14-3EDE-45A1-8077-AEB6D8EEF2EC}" type="pres">
      <dgm:prSet presAssocID="{A2D42B77-23C9-41CA-BDF4-B1C102401FEC}" presName="node" presStyleLbl="node1" presStyleIdx="1" presStyleCnt="8">
        <dgm:presLayoutVars>
          <dgm:bulletEnabled val="1"/>
        </dgm:presLayoutVars>
      </dgm:prSet>
      <dgm:spPr/>
    </dgm:pt>
    <dgm:pt modelId="{C7D1B802-73F7-4FDB-80F6-78CF98AC20D2}" type="pres">
      <dgm:prSet presAssocID="{2DE73E0F-1CA0-4E96-B37B-EDD4E5F6E838}" presName="sibTrans" presStyleCnt="0"/>
      <dgm:spPr/>
    </dgm:pt>
    <dgm:pt modelId="{D5AECEE1-3495-4D78-84FA-155CD7D5EFCD}" type="pres">
      <dgm:prSet presAssocID="{A1C7E0C8-D3ED-4E25-BAD9-70AE049A5FEB}" presName="node" presStyleLbl="node1" presStyleIdx="2" presStyleCnt="8">
        <dgm:presLayoutVars>
          <dgm:bulletEnabled val="1"/>
        </dgm:presLayoutVars>
      </dgm:prSet>
      <dgm:spPr/>
    </dgm:pt>
    <dgm:pt modelId="{C3D2053E-5375-473A-ADFA-37E9701DBB52}" type="pres">
      <dgm:prSet presAssocID="{278A7638-60E5-4EE1-815F-18BE2CFD9AF1}" presName="sibTrans" presStyleCnt="0"/>
      <dgm:spPr/>
    </dgm:pt>
    <dgm:pt modelId="{1B505022-88E2-43C7-938F-05D5FDF2B865}" type="pres">
      <dgm:prSet presAssocID="{A117BF93-6584-4049-A0E1-71318D15473A}" presName="node" presStyleLbl="node1" presStyleIdx="3" presStyleCnt="8">
        <dgm:presLayoutVars>
          <dgm:bulletEnabled val="1"/>
        </dgm:presLayoutVars>
      </dgm:prSet>
      <dgm:spPr/>
    </dgm:pt>
    <dgm:pt modelId="{3670A01E-55A0-43E0-8976-9C5175B5165E}" type="pres">
      <dgm:prSet presAssocID="{38F0479E-6E28-4D74-A713-75FB5EED55CC}" presName="sibTrans" presStyleCnt="0"/>
      <dgm:spPr/>
    </dgm:pt>
    <dgm:pt modelId="{3784FF86-7B6A-45AF-BD45-42AD5D16DA62}" type="pres">
      <dgm:prSet presAssocID="{CDD908FF-1A2D-43FC-BA92-5519680F900A}" presName="node" presStyleLbl="node1" presStyleIdx="4" presStyleCnt="8">
        <dgm:presLayoutVars>
          <dgm:bulletEnabled val="1"/>
        </dgm:presLayoutVars>
      </dgm:prSet>
      <dgm:spPr/>
    </dgm:pt>
    <dgm:pt modelId="{6AFE879E-6DE6-4BC1-8B57-9FB54CC8F289}" type="pres">
      <dgm:prSet presAssocID="{BAE3E21A-4A85-454E-A981-7C2497524FE2}" presName="sibTrans" presStyleCnt="0"/>
      <dgm:spPr/>
    </dgm:pt>
    <dgm:pt modelId="{6DE8D290-D3FF-47FE-BBC1-3CFBA7DDB863}" type="pres">
      <dgm:prSet presAssocID="{EDB73EE5-1595-4433-A7F4-4FA456FE0344}" presName="node" presStyleLbl="node1" presStyleIdx="5" presStyleCnt="8">
        <dgm:presLayoutVars>
          <dgm:bulletEnabled val="1"/>
        </dgm:presLayoutVars>
      </dgm:prSet>
      <dgm:spPr/>
    </dgm:pt>
    <dgm:pt modelId="{AFFB2A93-54D0-4AA9-8E68-FFBAEDA0A569}" type="pres">
      <dgm:prSet presAssocID="{308BEF5A-7CAC-4102-BB77-A2AB61F45FDB}" presName="sibTrans" presStyleCnt="0"/>
      <dgm:spPr/>
    </dgm:pt>
    <dgm:pt modelId="{B39A677B-1A57-4511-B782-5F8550C71780}" type="pres">
      <dgm:prSet presAssocID="{81EA207A-44D5-4893-8404-2C6303AEA688}" presName="node" presStyleLbl="node1" presStyleIdx="6" presStyleCnt="8">
        <dgm:presLayoutVars>
          <dgm:bulletEnabled val="1"/>
        </dgm:presLayoutVars>
      </dgm:prSet>
      <dgm:spPr/>
    </dgm:pt>
    <dgm:pt modelId="{9EADEAB8-CDD7-40DD-BA87-2EC71084AFC6}" type="pres">
      <dgm:prSet presAssocID="{D5CCA496-C61F-4687-9E1B-5E8113552F80}" presName="sibTrans" presStyleCnt="0"/>
      <dgm:spPr/>
    </dgm:pt>
    <dgm:pt modelId="{095DC038-6BA2-4E96-95F3-4AA94B691EF5}" type="pres">
      <dgm:prSet presAssocID="{3E62FCA8-9C0C-4EB1-A99A-95249731985C}" presName="node" presStyleLbl="node1" presStyleIdx="7" presStyleCnt="8">
        <dgm:presLayoutVars>
          <dgm:bulletEnabled val="1"/>
        </dgm:presLayoutVars>
      </dgm:prSet>
      <dgm:spPr/>
    </dgm:pt>
  </dgm:ptLst>
  <dgm:cxnLst>
    <dgm:cxn modelId="{6A4D2207-BF63-4133-A57F-0869BCB207BB}" srcId="{68AF36DC-EBAE-4007-BB27-09305451AFF1}" destId="{9BDDD305-CF11-47E8-823E-C117F70CE32B}" srcOrd="0" destOrd="0" parTransId="{D1176A63-76E2-4295-91CF-B689A052D19B}" sibTransId="{8809EF4B-3F6A-4FF9-93D9-67A09D24BDD1}"/>
    <dgm:cxn modelId="{61C2A31B-420D-4081-BB33-A2361E254549}" type="presOf" srcId="{EDB73EE5-1595-4433-A7F4-4FA456FE0344}" destId="{6DE8D290-D3FF-47FE-BBC1-3CFBA7DDB863}" srcOrd="0" destOrd="0" presId="urn:microsoft.com/office/officeart/2005/8/layout/default"/>
    <dgm:cxn modelId="{51486C22-568B-4527-9595-3C74B3CCEB35}" type="presOf" srcId="{68AF36DC-EBAE-4007-BB27-09305451AFF1}" destId="{38ED8142-E50A-4BD5-A946-A977A380742D}" srcOrd="0" destOrd="0" presId="urn:microsoft.com/office/officeart/2005/8/layout/default"/>
    <dgm:cxn modelId="{AF3F902A-4F10-48E9-ADC5-C623304B7FEF}" type="presOf" srcId="{A1C7E0C8-D3ED-4E25-BAD9-70AE049A5FEB}" destId="{D5AECEE1-3495-4D78-84FA-155CD7D5EFCD}" srcOrd="0" destOrd="0" presId="urn:microsoft.com/office/officeart/2005/8/layout/default"/>
    <dgm:cxn modelId="{BC084862-CFF1-48B4-B929-E5C661F58BF6}" srcId="{68AF36DC-EBAE-4007-BB27-09305451AFF1}" destId="{81EA207A-44D5-4893-8404-2C6303AEA688}" srcOrd="6" destOrd="0" parTransId="{3E503544-2985-4BC1-8720-D3F84B9E131D}" sibTransId="{D5CCA496-C61F-4687-9E1B-5E8113552F80}"/>
    <dgm:cxn modelId="{E8E85C65-47C6-43B5-8D2E-63EEBBE0E622}" srcId="{68AF36DC-EBAE-4007-BB27-09305451AFF1}" destId="{A117BF93-6584-4049-A0E1-71318D15473A}" srcOrd="3" destOrd="0" parTransId="{C01A5B69-577F-4BEB-8EFF-3C5010366BA1}" sibTransId="{38F0479E-6E28-4D74-A713-75FB5EED55CC}"/>
    <dgm:cxn modelId="{03F60449-EA91-4CD1-8EAC-7624A773A828}" srcId="{68AF36DC-EBAE-4007-BB27-09305451AFF1}" destId="{3E62FCA8-9C0C-4EB1-A99A-95249731985C}" srcOrd="7" destOrd="0" parTransId="{F4EFA846-8FFF-4CE5-B68C-8E1AFD941E7A}" sibTransId="{50687B46-352B-41F1-8D74-737804B06961}"/>
    <dgm:cxn modelId="{363E2F4D-56CF-4D89-AFF5-07F5B9EE4251}" type="presOf" srcId="{CDD908FF-1A2D-43FC-BA92-5519680F900A}" destId="{3784FF86-7B6A-45AF-BD45-42AD5D16DA62}" srcOrd="0" destOrd="0" presId="urn:microsoft.com/office/officeart/2005/8/layout/default"/>
    <dgm:cxn modelId="{8AF5417A-67ED-4CAB-98DC-C797E4BDBD6D}" type="presOf" srcId="{A2D42B77-23C9-41CA-BDF4-B1C102401FEC}" destId="{98C73F14-3EDE-45A1-8077-AEB6D8EEF2EC}" srcOrd="0" destOrd="0" presId="urn:microsoft.com/office/officeart/2005/8/layout/default"/>
    <dgm:cxn modelId="{F61E4A9F-C561-437C-B6D7-39C1BE6EA2E7}" srcId="{68AF36DC-EBAE-4007-BB27-09305451AFF1}" destId="{EDB73EE5-1595-4433-A7F4-4FA456FE0344}" srcOrd="5" destOrd="0" parTransId="{CFFCEC4B-CEE6-411A-B6E0-E5106A6B0184}" sibTransId="{308BEF5A-7CAC-4102-BB77-A2AB61F45FDB}"/>
    <dgm:cxn modelId="{A35EC2A4-381B-41EC-A4B7-113C4B4BE36A}" srcId="{68AF36DC-EBAE-4007-BB27-09305451AFF1}" destId="{CDD908FF-1A2D-43FC-BA92-5519680F900A}" srcOrd="4" destOrd="0" parTransId="{616BEF16-4A46-4BC6-AF4E-43AB52CD0CE0}" sibTransId="{BAE3E21A-4A85-454E-A981-7C2497524FE2}"/>
    <dgm:cxn modelId="{7BB565B2-54B2-46A5-8348-9169BB07D543}" srcId="{68AF36DC-EBAE-4007-BB27-09305451AFF1}" destId="{A1C7E0C8-D3ED-4E25-BAD9-70AE049A5FEB}" srcOrd="2" destOrd="0" parTransId="{57E4189E-FEED-449C-BB1B-6ECEBBF5B65F}" sibTransId="{278A7638-60E5-4EE1-815F-18BE2CFD9AF1}"/>
    <dgm:cxn modelId="{FC7A0CBB-3606-419F-9C49-296156ACD395}" srcId="{68AF36DC-EBAE-4007-BB27-09305451AFF1}" destId="{A2D42B77-23C9-41CA-BDF4-B1C102401FEC}" srcOrd="1" destOrd="0" parTransId="{7E297733-26EF-475B-A641-8A6EEF4BFAA1}" sibTransId="{2DE73E0F-1CA0-4E96-B37B-EDD4E5F6E838}"/>
    <dgm:cxn modelId="{9DE922D1-1E46-465D-AF3C-B77C5EA9A65E}" type="presOf" srcId="{3E62FCA8-9C0C-4EB1-A99A-95249731985C}" destId="{095DC038-6BA2-4E96-95F3-4AA94B691EF5}" srcOrd="0" destOrd="0" presId="urn:microsoft.com/office/officeart/2005/8/layout/default"/>
    <dgm:cxn modelId="{2D768DD2-62B8-4AC8-A3FE-E6E4E8C45412}" type="presOf" srcId="{A117BF93-6584-4049-A0E1-71318D15473A}" destId="{1B505022-88E2-43C7-938F-05D5FDF2B865}" srcOrd="0" destOrd="0" presId="urn:microsoft.com/office/officeart/2005/8/layout/default"/>
    <dgm:cxn modelId="{0214E1DC-2ED9-4D93-8C66-976DBB190B3C}" type="presOf" srcId="{81EA207A-44D5-4893-8404-2C6303AEA688}" destId="{B39A677B-1A57-4511-B782-5F8550C71780}" srcOrd="0" destOrd="0" presId="urn:microsoft.com/office/officeart/2005/8/layout/default"/>
    <dgm:cxn modelId="{DA860AFB-4F5F-4179-8A39-19B621DDD9FC}" type="presOf" srcId="{9BDDD305-CF11-47E8-823E-C117F70CE32B}" destId="{6E63A831-393C-4F6C-BF79-4DA105124A61}" srcOrd="0" destOrd="0" presId="urn:microsoft.com/office/officeart/2005/8/layout/default"/>
    <dgm:cxn modelId="{6202FA3C-6F3D-4378-A4E3-C48D61245CCC}" type="presParOf" srcId="{38ED8142-E50A-4BD5-A946-A977A380742D}" destId="{6E63A831-393C-4F6C-BF79-4DA105124A61}" srcOrd="0" destOrd="0" presId="urn:microsoft.com/office/officeart/2005/8/layout/default"/>
    <dgm:cxn modelId="{1B2A317A-2958-4721-8A7E-E1D997881888}" type="presParOf" srcId="{38ED8142-E50A-4BD5-A946-A977A380742D}" destId="{538B6264-E696-4449-8734-E3F815631139}" srcOrd="1" destOrd="0" presId="urn:microsoft.com/office/officeart/2005/8/layout/default"/>
    <dgm:cxn modelId="{BFC4DE80-7ABB-447B-97E0-E496BF3B24C7}" type="presParOf" srcId="{38ED8142-E50A-4BD5-A946-A977A380742D}" destId="{98C73F14-3EDE-45A1-8077-AEB6D8EEF2EC}" srcOrd="2" destOrd="0" presId="urn:microsoft.com/office/officeart/2005/8/layout/default"/>
    <dgm:cxn modelId="{5EDFC82F-ABF5-4EBA-92F8-F49724BBFF20}" type="presParOf" srcId="{38ED8142-E50A-4BD5-A946-A977A380742D}" destId="{C7D1B802-73F7-4FDB-80F6-78CF98AC20D2}" srcOrd="3" destOrd="0" presId="urn:microsoft.com/office/officeart/2005/8/layout/default"/>
    <dgm:cxn modelId="{A78A3857-A5F1-475E-AD8D-B486419EB6A9}" type="presParOf" srcId="{38ED8142-E50A-4BD5-A946-A977A380742D}" destId="{D5AECEE1-3495-4D78-84FA-155CD7D5EFCD}" srcOrd="4" destOrd="0" presId="urn:microsoft.com/office/officeart/2005/8/layout/default"/>
    <dgm:cxn modelId="{E65181AB-9ABC-4208-8355-2F5A4E5C0D8A}" type="presParOf" srcId="{38ED8142-E50A-4BD5-A946-A977A380742D}" destId="{C3D2053E-5375-473A-ADFA-37E9701DBB52}" srcOrd="5" destOrd="0" presId="urn:microsoft.com/office/officeart/2005/8/layout/default"/>
    <dgm:cxn modelId="{C1990BE5-4E97-4673-BDC7-2CA2172724C3}" type="presParOf" srcId="{38ED8142-E50A-4BD5-A946-A977A380742D}" destId="{1B505022-88E2-43C7-938F-05D5FDF2B865}" srcOrd="6" destOrd="0" presId="urn:microsoft.com/office/officeart/2005/8/layout/default"/>
    <dgm:cxn modelId="{CC4ADC07-3DFF-43CF-9932-932C0403C26C}" type="presParOf" srcId="{38ED8142-E50A-4BD5-A946-A977A380742D}" destId="{3670A01E-55A0-43E0-8976-9C5175B5165E}" srcOrd="7" destOrd="0" presId="urn:microsoft.com/office/officeart/2005/8/layout/default"/>
    <dgm:cxn modelId="{7ADDD2C8-5635-4216-8060-7D857DB34AF6}" type="presParOf" srcId="{38ED8142-E50A-4BD5-A946-A977A380742D}" destId="{3784FF86-7B6A-45AF-BD45-42AD5D16DA62}" srcOrd="8" destOrd="0" presId="urn:microsoft.com/office/officeart/2005/8/layout/default"/>
    <dgm:cxn modelId="{EEBB3BFC-D078-450E-9DED-C11F1A8470E1}" type="presParOf" srcId="{38ED8142-E50A-4BD5-A946-A977A380742D}" destId="{6AFE879E-6DE6-4BC1-8B57-9FB54CC8F289}" srcOrd="9" destOrd="0" presId="urn:microsoft.com/office/officeart/2005/8/layout/default"/>
    <dgm:cxn modelId="{BD609660-79F7-4E9E-944F-632E3CB211C3}" type="presParOf" srcId="{38ED8142-E50A-4BD5-A946-A977A380742D}" destId="{6DE8D290-D3FF-47FE-BBC1-3CFBA7DDB863}" srcOrd="10" destOrd="0" presId="urn:microsoft.com/office/officeart/2005/8/layout/default"/>
    <dgm:cxn modelId="{AD97CD04-7BC5-40D7-A593-4828470D0C43}" type="presParOf" srcId="{38ED8142-E50A-4BD5-A946-A977A380742D}" destId="{AFFB2A93-54D0-4AA9-8E68-FFBAEDA0A569}" srcOrd="11" destOrd="0" presId="urn:microsoft.com/office/officeart/2005/8/layout/default"/>
    <dgm:cxn modelId="{233642AC-E1C1-4D33-AB64-FB2608EB48CE}" type="presParOf" srcId="{38ED8142-E50A-4BD5-A946-A977A380742D}" destId="{B39A677B-1A57-4511-B782-5F8550C71780}" srcOrd="12" destOrd="0" presId="urn:microsoft.com/office/officeart/2005/8/layout/default"/>
    <dgm:cxn modelId="{3E4FB6D0-B6E6-4AFA-B76A-EDC00EC010F7}" type="presParOf" srcId="{38ED8142-E50A-4BD5-A946-A977A380742D}" destId="{9EADEAB8-CDD7-40DD-BA87-2EC71084AFC6}" srcOrd="13" destOrd="0" presId="urn:microsoft.com/office/officeart/2005/8/layout/default"/>
    <dgm:cxn modelId="{F7F08F06-DDDC-4120-825C-5A73AB505504}" type="presParOf" srcId="{38ED8142-E50A-4BD5-A946-A977A380742D}" destId="{095DC038-6BA2-4E96-95F3-4AA94B691EF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C4FC3B-E1E6-4206-94CC-0CDC2C8D4478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DEA099D-B269-425E-8557-2D82F004E4BA}">
      <dgm:prSet/>
      <dgm:spPr/>
      <dgm:t>
        <a:bodyPr/>
        <a:lstStyle/>
        <a:p>
          <a:r>
            <a:rPr lang="en-US"/>
            <a:t>Frequent customer service interactions correlate with higher churn probability.</a:t>
          </a:r>
        </a:p>
      </dgm:t>
    </dgm:pt>
    <dgm:pt modelId="{D92B913B-BFCE-4BE0-99B0-99CA601EA332}" type="parTrans" cxnId="{8411BFF0-0CD7-47E6-AABE-E62EF309241B}">
      <dgm:prSet/>
      <dgm:spPr/>
      <dgm:t>
        <a:bodyPr/>
        <a:lstStyle/>
        <a:p>
          <a:endParaRPr lang="en-US"/>
        </a:p>
      </dgm:t>
    </dgm:pt>
    <dgm:pt modelId="{6BE5246F-726E-48E5-B475-5F51434EB86A}" type="sibTrans" cxnId="{8411BFF0-0CD7-47E6-AABE-E62EF309241B}">
      <dgm:prSet/>
      <dgm:spPr/>
      <dgm:t>
        <a:bodyPr/>
        <a:lstStyle/>
        <a:p>
          <a:endParaRPr lang="en-US"/>
        </a:p>
      </dgm:t>
    </dgm:pt>
    <dgm:pt modelId="{A07E5EA3-DA85-4FD2-BFF7-A921140A6C30}">
      <dgm:prSet/>
      <dgm:spPr/>
      <dgm:t>
        <a:bodyPr/>
        <a:lstStyle/>
        <a:p>
          <a:r>
            <a:rPr lang="en-US"/>
            <a:t>Customers with multiple complaints often experience unresolved issues.</a:t>
          </a:r>
        </a:p>
      </dgm:t>
    </dgm:pt>
    <dgm:pt modelId="{33E4351B-FF2B-4CB2-818A-B26F403ED7D6}" type="parTrans" cxnId="{2444D950-5382-4A5E-9103-03BF915EE4FD}">
      <dgm:prSet/>
      <dgm:spPr/>
      <dgm:t>
        <a:bodyPr/>
        <a:lstStyle/>
        <a:p>
          <a:endParaRPr lang="en-US"/>
        </a:p>
      </dgm:t>
    </dgm:pt>
    <dgm:pt modelId="{7338F07C-E561-4E63-B7D9-CF760214B72D}" type="sibTrans" cxnId="{2444D950-5382-4A5E-9103-03BF915EE4FD}">
      <dgm:prSet/>
      <dgm:spPr/>
      <dgm:t>
        <a:bodyPr/>
        <a:lstStyle/>
        <a:p>
          <a:endParaRPr lang="en-US"/>
        </a:p>
      </dgm:t>
    </dgm:pt>
    <dgm:pt modelId="{2F96C35A-4D55-41E9-A886-20B6E9E2CF12}" type="pres">
      <dgm:prSet presAssocID="{54C4FC3B-E1E6-4206-94CC-0CDC2C8D4478}" presName="Name0" presStyleCnt="0">
        <dgm:presLayoutVars>
          <dgm:dir/>
          <dgm:animLvl val="lvl"/>
          <dgm:resizeHandles val="exact"/>
        </dgm:presLayoutVars>
      </dgm:prSet>
      <dgm:spPr/>
    </dgm:pt>
    <dgm:pt modelId="{D46EF9F6-3ACF-460F-A096-71E72DDF964E}" type="pres">
      <dgm:prSet presAssocID="{A07E5EA3-DA85-4FD2-BFF7-A921140A6C30}" presName="boxAndChildren" presStyleCnt="0"/>
      <dgm:spPr/>
    </dgm:pt>
    <dgm:pt modelId="{EF3A3424-63CE-4E1D-82F7-6EF0FDF76B2A}" type="pres">
      <dgm:prSet presAssocID="{A07E5EA3-DA85-4FD2-BFF7-A921140A6C30}" presName="parentTextBox" presStyleLbl="node1" presStyleIdx="0" presStyleCnt="2"/>
      <dgm:spPr/>
    </dgm:pt>
    <dgm:pt modelId="{4E168C89-316D-4A27-906D-E97E213BF4F5}" type="pres">
      <dgm:prSet presAssocID="{6BE5246F-726E-48E5-B475-5F51434EB86A}" presName="sp" presStyleCnt="0"/>
      <dgm:spPr/>
    </dgm:pt>
    <dgm:pt modelId="{5B52A950-2975-4446-B19B-88679F0C7959}" type="pres">
      <dgm:prSet presAssocID="{8DEA099D-B269-425E-8557-2D82F004E4BA}" presName="arrowAndChildren" presStyleCnt="0"/>
      <dgm:spPr/>
    </dgm:pt>
    <dgm:pt modelId="{14301617-2125-44E8-978F-C92DA990D879}" type="pres">
      <dgm:prSet presAssocID="{8DEA099D-B269-425E-8557-2D82F004E4BA}" presName="parentTextArrow" presStyleLbl="node1" presStyleIdx="1" presStyleCnt="2"/>
      <dgm:spPr/>
    </dgm:pt>
  </dgm:ptLst>
  <dgm:cxnLst>
    <dgm:cxn modelId="{91E3B411-F285-463D-A910-CC604CAB6F98}" type="presOf" srcId="{54C4FC3B-E1E6-4206-94CC-0CDC2C8D4478}" destId="{2F96C35A-4D55-41E9-A886-20B6E9E2CF12}" srcOrd="0" destOrd="0" presId="urn:microsoft.com/office/officeart/2005/8/layout/process4"/>
    <dgm:cxn modelId="{29C4281F-5198-4002-A9C3-93553EAFD354}" type="presOf" srcId="{A07E5EA3-DA85-4FD2-BFF7-A921140A6C30}" destId="{EF3A3424-63CE-4E1D-82F7-6EF0FDF76B2A}" srcOrd="0" destOrd="0" presId="urn:microsoft.com/office/officeart/2005/8/layout/process4"/>
    <dgm:cxn modelId="{2444D950-5382-4A5E-9103-03BF915EE4FD}" srcId="{54C4FC3B-E1E6-4206-94CC-0CDC2C8D4478}" destId="{A07E5EA3-DA85-4FD2-BFF7-A921140A6C30}" srcOrd="1" destOrd="0" parTransId="{33E4351B-FF2B-4CB2-818A-B26F403ED7D6}" sibTransId="{7338F07C-E561-4E63-B7D9-CF760214B72D}"/>
    <dgm:cxn modelId="{C1E2B87F-4B90-4912-BF86-F6A487EFE032}" type="presOf" srcId="{8DEA099D-B269-425E-8557-2D82F004E4BA}" destId="{14301617-2125-44E8-978F-C92DA990D879}" srcOrd="0" destOrd="0" presId="urn:microsoft.com/office/officeart/2005/8/layout/process4"/>
    <dgm:cxn modelId="{8411BFF0-0CD7-47E6-AABE-E62EF309241B}" srcId="{54C4FC3B-E1E6-4206-94CC-0CDC2C8D4478}" destId="{8DEA099D-B269-425E-8557-2D82F004E4BA}" srcOrd="0" destOrd="0" parTransId="{D92B913B-BFCE-4BE0-99B0-99CA601EA332}" sibTransId="{6BE5246F-726E-48E5-B475-5F51434EB86A}"/>
    <dgm:cxn modelId="{F18A410B-ADEB-449C-A62A-0A6355C8DE8F}" type="presParOf" srcId="{2F96C35A-4D55-41E9-A886-20B6E9E2CF12}" destId="{D46EF9F6-3ACF-460F-A096-71E72DDF964E}" srcOrd="0" destOrd="0" presId="urn:microsoft.com/office/officeart/2005/8/layout/process4"/>
    <dgm:cxn modelId="{83DEA596-97F0-448F-9A63-25F3DD57B793}" type="presParOf" srcId="{D46EF9F6-3ACF-460F-A096-71E72DDF964E}" destId="{EF3A3424-63CE-4E1D-82F7-6EF0FDF76B2A}" srcOrd="0" destOrd="0" presId="urn:microsoft.com/office/officeart/2005/8/layout/process4"/>
    <dgm:cxn modelId="{37240113-471F-44C1-A511-E44B9D8F4D1D}" type="presParOf" srcId="{2F96C35A-4D55-41E9-A886-20B6E9E2CF12}" destId="{4E168C89-316D-4A27-906D-E97E213BF4F5}" srcOrd="1" destOrd="0" presId="urn:microsoft.com/office/officeart/2005/8/layout/process4"/>
    <dgm:cxn modelId="{5E5349B0-FA6C-40B0-9F33-948F8E610E4F}" type="presParOf" srcId="{2F96C35A-4D55-41E9-A886-20B6E9E2CF12}" destId="{5B52A950-2975-4446-B19B-88679F0C7959}" srcOrd="2" destOrd="0" presId="urn:microsoft.com/office/officeart/2005/8/layout/process4"/>
    <dgm:cxn modelId="{FE38B7D9-1A78-4A49-9585-A62BDBFD7817}" type="presParOf" srcId="{5B52A950-2975-4446-B19B-88679F0C7959}" destId="{14301617-2125-44E8-978F-C92DA990D87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DC103C-650B-439D-91F2-4AF4D762708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8E5141-2EFB-4F86-8F6B-15651F3F2C0C}">
      <dgm:prSet/>
      <dgm:spPr/>
      <dgm:t>
        <a:bodyPr/>
        <a:lstStyle/>
        <a:p>
          <a:r>
            <a:rPr lang="en-US"/>
            <a:t>Customers making 3 or more service calls show significantly higher churn risk.</a:t>
          </a:r>
        </a:p>
      </dgm:t>
    </dgm:pt>
    <dgm:pt modelId="{4FE8096B-0C6D-480F-9155-0355C4B1BD20}" type="parTrans" cxnId="{2C84ADED-C6D1-49FC-BE36-E75D53B372A1}">
      <dgm:prSet/>
      <dgm:spPr/>
      <dgm:t>
        <a:bodyPr/>
        <a:lstStyle/>
        <a:p>
          <a:endParaRPr lang="en-US"/>
        </a:p>
      </dgm:t>
    </dgm:pt>
    <dgm:pt modelId="{1585702A-459D-4287-9D60-827A7FE30DF6}" type="sibTrans" cxnId="{2C84ADED-C6D1-49FC-BE36-E75D53B372A1}">
      <dgm:prSet/>
      <dgm:spPr/>
      <dgm:t>
        <a:bodyPr/>
        <a:lstStyle/>
        <a:p>
          <a:endParaRPr lang="en-US"/>
        </a:p>
      </dgm:t>
    </dgm:pt>
    <dgm:pt modelId="{B9B2B519-46AC-4CF6-BC25-3D1354C6AB22}">
      <dgm:prSet/>
      <dgm:spPr/>
      <dgm:t>
        <a:bodyPr/>
        <a:lstStyle/>
        <a:p>
          <a:r>
            <a:rPr lang="en-US"/>
            <a:t>Recommendation: Trigger retention intervention after the third complaint.</a:t>
          </a:r>
        </a:p>
      </dgm:t>
    </dgm:pt>
    <dgm:pt modelId="{139170EA-2ED5-4B6F-B768-E75804305C07}" type="parTrans" cxnId="{717314E3-6CAF-4ECF-BD09-8C12D8051D5C}">
      <dgm:prSet/>
      <dgm:spPr/>
      <dgm:t>
        <a:bodyPr/>
        <a:lstStyle/>
        <a:p>
          <a:endParaRPr lang="en-US"/>
        </a:p>
      </dgm:t>
    </dgm:pt>
    <dgm:pt modelId="{7AAB6625-53D8-4AED-AFD1-37B9AE327D19}" type="sibTrans" cxnId="{717314E3-6CAF-4ECF-BD09-8C12D8051D5C}">
      <dgm:prSet/>
      <dgm:spPr/>
      <dgm:t>
        <a:bodyPr/>
        <a:lstStyle/>
        <a:p>
          <a:endParaRPr lang="en-US"/>
        </a:p>
      </dgm:t>
    </dgm:pt>
    <dgm:pt modelId="{5888BC94-5EB8-49DC-9261-164C28E6F771}" type="pres">
      <dgm:prSet presAssocID="{17DC103C-650B-439D-91F2-4AF4D762708E}" presName="linear" presStyleCnt="0">
        <dgm:presLayoutVars>
          <dgm:animLvl val="lvl"/>
          <dgm:resizeHandles val="exact"/>
        </dgm:presLayoutVars>
      </dgm:prSet>
      <dgm:spPr/>
    </dgm:pt>
    <dgm:pt modelId="{44883DCE-B68F-44A8-8057-9AF60790C099}" type="pres">
      <dgm:prSet presAssocID="{898E5141-2EFB-4F86-8F6B-15651F3F2C0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A44B857-803C-4FBB-A1FE-3BF85083DD68}" type="pres">
      <dgm:prSet presAssocID="{1585702A-459D-4287-9D60-827A7FE30DF6}" presName="spacer" presStyleCnt="0"/>
      <dgm:spPr/>
    </dgm:pt>
    <dgm:pt modelId="{235C2AF0-DCDA-4BF7-B26F-3187D9B72E1D}" type="pres">
      <dgm:prSet presAssocID="{B9B2B519-46AC-4CF6-BC25-3D1354C6AB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C76F95F-F49D-4740-AD97-4FA4C2FEC23C}" type="presOf" srcId="{898E5141-2EFB-4F86-8F6B-15651F3F2C0C}" destId="{44883DCE-B68F-44A8-8057-9AF60790C099}" srcOrd="0" destOrd="0" presId="urn:microsoft.com/office/officeart/2005/8/layout/vList2"/>
    <dgm:cxn modelId="{BD99FBD5-8837-44D3-8074-5AF19FBCA9F0}" type="presOf" srcId="{B9B2B519-46AC-4CF6-BC25-3D1354C6AB22}" destId="{235C2AF0-DCDA-4BF7-B26F-3187D9B72E1D}" srcOrd="0" destOrd="0" presId="urn:microsoft.com/office/officeart/2005/8/layout/vList2"/>
    <dgm:cxn modelId="{717314E3-6CAF-4ECF-BD09-8C12D8051D5C}" srcId="{17DC103C-650B-439D-91F2-4AF4D762708E}" destId="{B9B2B519-46AC-4CF6-BC25-3D1354C6AB22}" srcOrd="1" destOrd="0" parTransId="{139170EA-2ED5-4B6F-B768-E75804305C07}" sibTransId="{7AAB6625-53D8-4AED-AFD1-37B9AE327D19}"/>
    <dgm:cxn modelId="{2C84ADED-C6D1-49FC-BE36-E75D53B372A1}" srcId="{17DC103C-650B-439D-91F2-4AF4D762708E}" destId="{898E5141-2EFB-4F86-8F6B-15651F3F2C0C}" srcOrd="0" destOrd="0" parTransId="{4FE8096B-0C6D-480F-9155-0355C4B1BD20}" sibTransId="{1585702A-459D-4287-9D60-827A7FE30DF6}"/>
    <dgm:cxn modelId="{AAAA78F1-7AF7-424E-97D1-FA4DF3A07A51}" type="presOf" srcId="{17DC103C-650B-439D-91F2-4AF4D762708E}" destId="{5888BC94-5EB8-49DC-9261-164C28E6F771}" srcOrd="0" destOrd="0" presId="urn:microsoft.com/office/officeart/2005/8/layout/vList2"/>
    <dgm:cxn modelId="{C258E008-5F5C-417E-BE60-FFAAE3FAB761}" type="presParOf" srcId="{5888BC94-5EB8-49DC-9261-164C28E6F771}" destId="{44883DCE-B68F-44A8-8057-9AF60790C099}" srcOrd="0" destOrd="0" presId="urn:microsoft.com/office/officeart/2005/8/layout/vList2"/>
    <dgm:cxn modelId="{7ADEA7ED-658C-4F5E-A3FF-44382E491E87}" type="presParOf" srcId="{5888BC94-5EB8-49DC-9261-164C28E6F771}" destId="{AA44B857-803C-4FBB-A1FE-3BF85083DD68}" srcOrd="1" destOrd="0" presId="urn:microsoft.com/office/officeart/2005/8/layout/vList2"/>
    <dgm:cxn modelId="{0D866A97-19E3-4836-A06C-6391F3D3595F}" type="presParOf" srcId="{5888BC94-5EB8-49DC-9261-164C28E6F771}" destId="{235C2AF0-DCDA-4BF7-B26F-3187D9B72E1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C0A126-E2F1-4246-AAFE-F2223A3BA2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7C31FB7-4485-4C17-90A6-85B7C1D9F219}">
      <dgm:prSet/>
      <dgm:spPr/>
      <dgm:t>
        <a:bodyPr/>
        <a:lstStyle/>
        <a:p>
          <a:r>
            <a:rPr lang="en-US"/>
            <a:t>Churned customers have a higher average number of customer service calls</a:t>
          </a:r>
        </a:p>
      </dgm:t>
    </dgm:pt>
    <dgm:pt modelId="{7FC8CE5F-0081-4791-91F0-131574EB3971}" type="parTrans" cxnId="{47A399DF-F713-4EDE-A21F-CA500E79C52D}">
      <dgm:prSet/>
      <dgm:spPr/>
      <dgm:t>
        <a:bodyPr/>
        <a:lstStyle/>
        <a:p>
          <a:endParaRPr lang="en-US"/>
        </a:p>
      </dgm:t>
    </dgm:pt>
    <dgm:pt modelId="{E918556D-91B5-42C0-A45A-520803945F1E}" type="sibTrans" cxnId="{47A399DF-F713-4EDE-A21F-CA500E79C52D}">
      <dgm:prSet/>
      <dgm:spPr/>
      <dgm:t>
        <a:bodyPr/>
        <a:lstStyle/>
        <a:p>
          <a:endParaRPr lang="en-US"/>
        </a:p>
      </dgm:t>
    </dgm:pt>
    <dgm:pt modelId="{BB4F61A9-DEB5-4D44-8537-7DC78795D155}">
      <dgm:prSet/>
      <dgm:spPr/>
      <dgm:t>
        <a:bodyPr/>
        <a:lstStyle/>
        <a:p>
          <a:r>
            <a:rPr lang="en-US"/>
            <a:t>compared to loyal customers.</a:t>
          </a:r>
        </a:p>
      </dgm:t>
    </dgm:pt>
    <dgm:pt modelId="{9B4DCAB7-64F8-44F0-B1D6-162C75DDC388}" type="parTrans" cxnId="{6C6EEFC1-26E5-4845-A259-0C6F81C97D12}">
      <dgm:prSet/>
      <dgm:spPr/>
      <dgm:t>
        <a:bodyPr/>
        <a:lstStyle/>
        <a:p>
          <a:endParaRPr lang="en-US"/>
        </a:p>
      </dgm:t>
    </dgm:pt>
    <dgm:pt modelId="{35B81B2D-0FED-4F9D-9E9E-A0079E5C6467}" type="sibTrans" cxnId="{6C6EEFC1-26E5-4845-A259-0C6F81C97D12}">
      <dgm:prSet/>
      <dgm:spPr/>
      <dgm:t>
        <a:bodyPr/>
        <a:lstStyle/>
        <a:p>
          <a:endParaRPr lang="en-US"/>
        </a:p>
      </dgm:t>
    </dgm:pt>
    <dgm:pt modelId="{3D7CA0ED-A329-496B-BF7F-6C67E04676C3}" type="pres">
      <dgm:prSet presAssocID="{E8C0A126-E2F1-4246-AAFE-F2223A3BA255}" presName="root" presStyleCnt="0">
        <dgm:presLayoutVars>
          <dgm:dir/>
          <dgm:resizeHandles val="exact"/>
        </dgm:presLayoutVars>
      </dgm:prSet>
      <dgm:spPr/>
    </dgm:pt>
    <dgm:pt modelId="{7AF5F46C-0C25-4F4B-BD8C-64015DCE6390}" type="pres">
      <dgm:prSet presAssocID="{47C31FB7-4485-4C17-90A6-85B7C1D9F219}" presName="compNode" presStyleCnt="0"/>
      <dgm:spPr/>
    </dgm:pt>
    <dgm:pt modelId="{7731D74E-2A7A-4E2E-B359-999039CFFAEA}" type="pres">
      <dgm:prSet presAssocID="{47C31FB7-4485-4C17-90A6-85B7C1D9F219}" presName="bgRect" presStyleLbl="bgShp" presStyleIdx="0" presStyleCnt="2"/>
      <dgm:spPr/>
    </dgm:pt>
    <dgm:pt modelId="{1C3AA719-93C7-4C7F-8854-08DA979AB37B}" type="pres">
      <dgm:prSet presAssocID="{47C31FB7-4485-4C17-90A6-85B7C1D9F21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54D066F-A4BA-4DE2-8213-3268A61625BE}" type="pres">
      <dgm:prSet presAssocID="{47C31FB7-4485-4C17-90A6-85B7C1D9F219}" presName="spaceRect" presStyleCnt="0"/>
      <dgm:spPr/>
    </dgm:pt>
    <dgm:pt modelId="{C5726601-F182-4A53-B9A7-014A2CBE62E9}" type="pres">
      <dgm:prSet presAssocID="{47C31FB7-4485-4C17-90A6-85B7C1D9F219}" presName="parTx" presStyleLbl="revTx" presStyleIdx="0" presStyleCnt="2">
        <dgm:presLayoutVars>
          <dgm:chMax val="0"/>
          <dgm:chPref val="0"/>
        </dgm:presLayoutVars>
      </dgm:prSet>
      <dgm:spPr/>
    </dgm:pt>
    <dgm:pt modelId="{0F1DC6BF-57A2-43DD-A2FC-02D57BFE8100}" type="pres">
      <dgm:prSet presAssocID="{E918556D-91B5-42C0-A45A-520803945F1E}" presName="sibTrans" presStyleCnt="0"/>
      <dgm:spPr/>
    </dgm:pt>
    <dgm:pt modelId="{4DB33922-426F-40D0-8FEA-34D2ED97F1EF}" type="pres">
      <dgm:prSet presAssocID="{BB4F61A9-DEB5-4D44-8537-7DC78795D155}" presName="compNode" presStyleCnt="0"/>
      <dgm:spPr/>
    </dgm:pt>
    <dgm:pt modelId="{8D5B2F90-1113-48B4-A822-FAF8A752341D}" type="pres">
      <dgm:prSet presAssocID="{BB4F61A9-DEB5-4D44-8537-7DC78795D155}" presName="bgRect" presStyleLbl="bgShp" presStyleIdx="1" presStyleCnt="2"/>
      <dgm:spPr/>
    </dgm:pt>
    <dgm:pt modelId="{9FFDD20E-07BA-4102-AA0D-1570FED24F88}" type="pres">
      <dgm:prSet presAssocID="{BB4F61A9-DEB5-4D44-8537-7DC78795D1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692B832C-4A56-4632-A834-FB4632DCBF7F}" type="pres">
      <dgm:prSet presAssocID="{BB4F61A9-DEB5-4D44-8537-7DC78795D155}" presName="spaceRect" presStyleCnt="0"/>
      <dgm:spPr/>
    </dgm:pt>
    <dgm:pt modelId="{4E6AC8A7-1DC6-46DB-9D41-F8031907B92B}" type="pres">
      <dgm:prSet presAssocID="{BB4F61A9-DEB5-4D44-8537-7DC78795D15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F1F8CA5-BB36-427A-BF27-A1DF62CDB9A6}" type="presOf" srcId="{E8C0A126-E2F1-4246-AAFE-F2223A3BA255}" destId="{3D7CA0ED-A329-496B-BF7F-6C67E04676C3}" srcOrd="0" destOrd="0" presId="urn:microsoft.com/office/officeart/2018/2/layout/IconVerticalSolidList"/>
    <dgm:cxn modelId="{6C6EEFC1-26E5-4845-A259-0C6F81C97D12}" srcId="{E8C0A126-E2F1-4246-AAFE-F2223A3BA255}" destId="{BB4F61A9-DEB5-4D44-8537-7DC78795D155}" srcOrd="1" destOrd="0" parTransId="{9B4DCAB7-64F8-44F0-B1D6-162C75DDC388}" sibTransId="{35B81B2D-0FED-4F9D-9E9E-A0079E5C6467}"/>
    <dgm:cxn modelId="{47A399DF-F713-4EDE-A21F-CA500E79C52D}" srcId="{E8C0A126-E2F1-4246-AAFE-F2223A3BA255}" destId="{47C31FB7-4485-4C17-90A6-85B7C1D9F219}" srcOrd="0" destOrd="0" parTransId="{7FC8CE5F-0081-4791-91F0-131574EB3971}" sibTransId="{E918556D-91B5-42C0-A45A-520803945F1E}"/>
    <dgm:cxn modelId="{ACA579E4-101A-404F-855A-68CEB8A791A0}" type="presOf" srcId="{47C31FB7-4485-4C17-90A6-85B7C1D9F219}" destId="{C5726601-F182-4A53-B9A7-014A2CBE62E9}" srcOrd="0" destOrd="0" presId="urn:microsoft.com/office/officeart/2018/2/layout/IconVerticalSolidList"/>
    <dgm:cxn modelId="{DF49A3ED-3066-4A24-B9E4-A36BAB5A5362}" type="presOf" srcId="{BB4F61A9-DEB5-4D44-8537-7DC78795D155}" destId="{4E6AC8A7-1DC6-46DB-9D41-F8031907B92B}" srcOrd="0" destOrd="0" presId="urn:microsoft.com/office/officeart/2018/2/layout/IconVerticalSolidList"/>
    <dgm:cxn modelId="{5652BC8C-46E9-4ED9-9A87-F38AD525BAB5}" type="presParOf" srcId="{3D7CA0ED-A329-496B-BF7F-6C67E04676C3}" destId="{7AF5F46C-0C25-4F4B-BD8C-64015DCE6390}" srcOrd="0" destOrd="0" presId="urn:microsoft.com/office/officeart/2018/2/layout/IconVerticalSolidList"/>
    <dgm:cxn modelId="{AAB7D689-C05E-4809-A20E-45314FC83607}" type="presParOf" srcId="{7AF5F46C-0C25-4F4B-BD8C-64015DCE6390}" destId="{7731D74E-2A7A-4E2E-B359-999039CFFAEA}" srcOrd="0" destOrd="0" presId="urn:microsoft.com/office/officeart/2018/2/layout/IconVerticalSolidList"/>
    <dgm:cxn modelId="{E1965573-D846-4340-AD33-E689A3A18584}" type="presParOf" srcId="{7AF5F46C-0C25-4F4B-BD8C-64015DCE6390}" destId="{1C3AA719-93C7-4C7F-8854-08DA979AB37B}" srcOrd="1" destOrd="0" presId="urn:microsoft.com/office/officeart/2018/2/layout/IconVerticalSolidList"/>
    <dgm:cxn modelId="{81C328BE-7FCB-476D-AACD-1A85DAC8DC99}" type="presParOf" srcId="{7AF5F46C-0C25-4F4B-BD8C-64015DCE6390}" destId="{354D066F-A4BA-4DE2-8213-3268A61625BE}" srcOrd="2" destOrd="0" presId="urn:microsoft.com/office/officeart/2018/2/layout/IconVerticalSolidList"/>
    <dgm:cxn modelId="{8676ED8A-2D0A-43A8-A54C-23459B3D215B}" type="presParOf" srcId="{7AF5F46C-0C25-4F4B-BD8C-64015DCE6390}" destId="{C5726601-F182-4A53-B9A7-014A2CBE62E9}" srcOrd="3" destOrd="0" presId="urn:microsoft.com/office/officeart/2018/2/layout/IconVerticalSolidList"/>
    <dgm:cxn modelId="{20E7E753-4A63-4F23-81DD-75F95F543FF4}" type="presParOf" srcId="{3D7CA0ED-A329-496B-BF7F-6C67E04676C3}" destId="{0F1DC6BF-57A2-43DD-A2FC-02D57BFE8100}" srcOrd="1" destOrd="0" presId="urn:microsoft.com/office/officeart/2018/2/layout/IconVerticalSolidList"/>
    <dgm:cxn modelId="{ADED1732-E73C-40D6-A062-5C7A50F2A280}" type="presParOf" srcId="{3D7CA0ED-A329-496B-BF7F-6C67E04676C3}" destId="{4DB33922-426F-40D0-8FEA-34D2ED97F1EF}" srcOrd="2" destOrd="0" presId="urn:microsoft.com/office/officeart/2018/2/layout/IconVerticalSolidList"/>
    <dgm:cxn modelId="{62325384-6B98-4465-9FAC-74E1EB06D9AF}" type="presParOf" srcId="{4DB33922-426F-40D0-8FEA-34D2ED97F1EF}" destId="{8D5B2F90-1113-48B4-A822-FAF8A752341D}" srcOrd="0" destOrd="0" presId="urn:microsoft.com/office/officeart/2018/2/layout/IconVerticalSolidList"/>
    <dgm:cxn modelId="{38F6BE5C-AA5C-4601-8165-0DAF5980741A}" type="presParOf" srcId="{4DB33922-426F-40D0-8FEA-34D2ED97F1EF}" destId="{9FFDD20E-07BA-4102-AA0D-1570FED24F88}" srcOrd="1" destOrd="0" presId="urn:microsoft.com/office/officeart/2018/2/layout/IconVerticalSolidList"/>
    <dgm:cxn modelId="{6E5BBA3E-9487-48F7-802A-5AF71344296F}" type="presParOf" srcId="{4DB33922-426F-40D0-8FEA-34D2ED97F1EF}" destId="{692B832C-4A56-4632-A834-FB4632DCBF7F}" srcOrd="2" destOrd="0" presId="urn:microsoft.com/office/officeart/2018/2/layout/IconVerticalSolidList"/>
    <dgm:cxn modelId="{558A0C38-753E-4D45-9456-9C090A480144}" type="presParOf" srcId="{4DB33922-426F-40D0-8FEA-34D2ED97F1EF}" destId="{4E6AC8A7-1DC6-46DB-9D41-F8031907B9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6EA6D28-B495-4183-BACB-155B50000A1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9E0600-1720-4233-883D-F08719FA381A}">
      <dgm:prSet/>
      <dgm:spPr/>
      <dgm:t>
        <a:bodyPr/>
        <a:lstStyle/>
        <a:p>
          <a:pPr>
            <a:defRPr cap="all"/>
          </a:pPr>
          <a:r>
            <a:rPr lang="en-US"/>
            <a:t>Some states show higher customer service call rates.</a:t>
          </a:r>
        </a:p>
      </dgm:t>
    </dgm:pt>
    <dgm:pt modelId="{96396EE6-A58E-4A86-89B5-FC0FF1CFE2A3}" type="parTrans" cxnId="{67632626-F43A-4F95-9859-294F8A4311CD}">
      <dgm:prSet/>
      <dgm:spPr/>
      <dgm:t>
        <a:bodyPr/>
        <a:lstStyle/>
        <a:p>
          <a:endParaRPr lang="en-US"/>
        </a:p>
      </dgm:t>
    </dgm:pt>
    <dgm:pt modelId="{93775F32-6DF4-435A-8396-3F0A55DFFA2B}" type="sibTrans" cxnId="{67632626-F43A-4F95-9859-294F8A4311CD}">
      <dgm:prSet/>
      <dgm:spPr/>
      <dgm:t>
        <a:bodyPr/>
        <a:lstStyle/>
        <a:p>
          <a:endParaRPr lang="en-US"/>
        </a:p>
      </dgm:t>
    </dgm:pt>
    <dgm:pt modelId="{6F495021-3A2C-4E0E-B81E-D5D4377AEFDE}">
      <dgm:prSet/>
      <dgm:spPr/>
      <dgm:t>
        <a:bodyPr/>
        <a:lstStyle/>
        <a:p>
          <a:pPr>
            <a:defRPr cap="all"/>
          </a:pPr>
          <a:r>
            <a:rPr lang="en-US"/>
            <a:t>Possible causes:</a:t>
          </a:r>
        </a:p>
      </dgm:t>
    </dgm:pt>
    <dgm:pt modelId="{7F178832-0050-4A57-87AB-4117E7D0DC94}" type="parTrans" cxnId="{94364843-37E6-46A8-9058-E55664B911B4}">
      <dgm:prSet/>
      <dgm:spPr/>
      <dgm:t>
        <a:bodyPr/>
        <a:lstStyle/>
        <a:p>
          <a:endParaRPr lang="en-US"/>
        </a:p>
      </dgm:t>
    </dgm:pt>
    <dgm:pt modelId="{96639308-742D-4F30-92CE-2E12D59F84C3}" type="sibTrans" cxnId="{94364843-37E6-46A8-9058-E55664B911B4}">
      <dgm:prSet/>
      <dgm:spPr/>
      <dgm:t>
        <a:bodyPr/>
        <a:lstStyle/>
        <a:p>
          <a:endParaRPr lang="en-US"/>
        </a:p>
      </dgm:t>
    </dgm:pt>
    <dgm:pt modelId="{A9B8C09F-75BA-4503-99C9-49E421933AA8}">
      <dgm:prSet/>
      <dgm:spPr/>
      <dgm:t>
        <a:bodyPr/>
        <a:lstStyle/>
        <a:p>
          <a:pPr>
            <a:defRPr cap="all"/>
          </a:pPr>
          <a:r>
            <a:rPr lang="en-US"/>
            <a:t>- Network infrastructure issues</a:t>
          </a:r>
        </a:p>
      </dgm:t>
    </dgm:pt>
    <dgm:pt modelId="{2D71B8CD-1C53-43F6-9076-356DAAE97261}" type="parTrans" cxnId="{732DC9FF-5AA0-49EF-88C8-7CE7E6FFB4C1}">
      <dgm:prSet/>
      <dgm:spPr/>
      <dgm:t>
        <a:bodyPr/>
        <a:lstStyle/>
        <a:p>
          <a:endParaRPr lang="en-US"/>
        </a:p>
      </dgm:t>
    </dgm:pt>
    <dgm:pt modelId="{299F6FA1-B4E3-441A-9AD5-D10935B2FFBA}" type="sibTrans" cxnId="{732DC9FF-5AA0-49EF-88C8-7CE7E6FFB4C1}">
      <dgm:prSet/>
      <dgm:spPr/>
      <dgm:t>
        <a:bodyPr/>
        <a:lstStyle/>
        <a:p>
          <a:endParaRPr lang="en-US"/>
        </a:p>
      </dgm:t>
    </dgm:pt>
    <dgm:pt modelId="{46E9C1C2-0AD9-4C04-827E-3AA39944EA3D}">
      <dgm:prSet/>
      <dgm:spPr/>
      <dgm:t>
        <a:bodyPr/>
        <a:lstStyle/>
        <a:p>
          <a:pPr>
            <a:defRPr cap="all"/>
          </a:pPr>
          <a:r>
            <a:rPr lang="en-US"/>
            <a:t>- Localized service quality problems</a:t>
          </a:r>
        </a:p>
      </dgm:t>
    </dgm:pt>
    <dgm:pt modelId="{A23315FA-1EEF-4168-8A37-6E3053AE0FA1}" type="parTrans" cxnId="{5EA7D685-9276-4F7F-B8AB-193BBCF57EAF}">
      <dgm:prSet/>
      <dgm:spPr/>
      <dgm:t>
        <a:bodyPr/>
        <a:lstStyle/>
        <a:p>
          <a:endParaRPr lang="en-US"/>
        </a:p>
      </dgm:t>
    </dgm:pt>
    <dgm:pt modelId="{0236276C-9356-4FD1-8203-B8BA92601AA2}" type="sibTrans" cxnId="{5EA7D685-9276-4F7F-B8AB-193BBCF57EAF}">
      <dgm:prSet/>
      <dgm:spPr/>
      <dgm:t>
        <a:bodyPr/>
        <a:lstStyle/>
        <a:p>
          <a:endParaRPr lang="en-US"/>
        </a:p>
      </dgm:t>
    </dgm:pt>
    <dgm:pt modelId="{20F1DF03-F8AB-41AD-9CF4-E9107E47457E}">
      <dgm:prSet/>
      <dgm:spPr/>
      <dgm:t>
        <a:bodyPr/>
        <a:lstStyle/>
        <a:p>
          <a:pPr>
            <a:defRPr cap="all"/>
          </a:pPr>
          <a:r>
            <a:rPr lang="en-US"/>
            <a:t>- Competitor activity</a:t>
          </a:r>
        </a:p>
      </dgm:t>
    </dgm:pt>
    <dgm:pt modelId="{98C40034-B910-4A99-BA76-BEA5F41474E8}" type="parTrans" cxnId="{71D0630C-92C6-4C12-B813-96A9A3028E21}">
      <dgm:prSet/>
      <dgm:spPr/>
      <dgm:t>
        <a:bodyPr/>
        <a:lstStyle/>
        <a:p>
          <a:endParaRPr lang="en-US"/>
        </a:p>
      </dgm:t>
    </dgm:pt>
    <dgm:pt modelId="{F75546A7-73EE-4CC2-9916-6DE730F9EE30}" type="sibTrans" cxnId="{71D0630C-92C6-4C12-B813-96A9A3028E21}">
      <dgm:prSet/>
      <dgm:spPr/>
      <dgm:t>
        <a:bodyPr/>
        <a:lstStyle/>
        <a:p>
          <a:endParaRPr lang="en-US"/>
        </a:p>
      </dgm:t>
    </dgm:pt>
    <dgm:pt modelId="{A9BE1435-B5F0-4003-A4D4-9535F41B8F32}" type="pres">
      <dgm:prSet presAssocID="{06EA6D28-B495-4183-BACB-155B50000A1C}" presName="root" presStyleCnt="0">
        <dgm:presLayoutVars>
          <dgm:dir/>
          <dgm:resizeHandles val="exact"/>
        </dgm:presLayoutVars>
      </dgm:prSet>
      <dgm:spPr/>
    </dgm:pt>
    <dgm:pt modelId="{170B4EA7-3C60-4782-AA19-855D30E1A9EE}" type="pres">
      <dgm:prSet presAssocID="{BF9E0600-1720-4233-883D-F08719FA381A}" presName="compNode" presStyleCnt="0"/>
      <dgm:spPr/>
    </dgm:pt>
    <dgm:pt modelId="{E7CF244E-1120-43B1-85C9-034026FAE060}" type="pres">
      <dgm:prSet presAssocID="{BF9E0600-1720-4233-883D-F08719FA381A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7479E1C-2C06-4CD4-B75B-4BB31C976290}" type="pres">
      <dgm:prSet presAssocID="{BF9E0600-1720-4233-883D-F08719FA381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BC88116D-EE4D-4F57-8CDF-C7EE993B918C}" type="pres">
      <dgm:prSet presAssocID="{BF9E0600-1720-4233-883D-F08719FA381A}" presName="spaceRect" presStyleCnt="0"/>
      <dgm:spPr/>
    </dgm:pt>
    <dgm:pt modelId="{7396AF0F-64DB-49BD-A526-90E485C7DADA}" type="pres">
      <dgm:prSet presAssocID="{BF9E0600-1720-4233-883D-F08719FA381A}" presName="textRect" presStyleLbl="revTx" presStyleIdx="0" presStyleCnt="5">
        <dgm:presLayoutVars>
          <dgm:chMax val="1"/>
          <dgm:chPref val="1"/>
        </dgm:presLayoutVars>
      </dgm:prSet>
      <dgm:spPr/>
    </dgm:pt>
    <dgm:pt modelId="{E84D6A5C-7A8A-4B61-82BC-B7789EDBF735}" type="pres">
      <dgm:prSet presAssocID="{93775F32-6DF4-435A-8396-3F0A55DFFA2B}" presName="sibTrans" presStyleCnt="0"/>
      <dgm:spPr/>
    </dgm:pt>
    <dgm:pt modelId="{811747BD-F796-4EB3-BD25-F48E13056664}" type="pres">
      <dgm:prSet presAssocID="{6F495021-3A2C-4E0E-B81E-D5D4377AEFDE}" presName="compNode" presStyleCnt="0"/>
      <dgm:spPr/>
    </dgm:pt>
    <dgm:pt modelId="{2CA864EB-5163-4859-9E4A-B50C5815427E}" type="pres">
      <dgm:prSet presAssocID="{6F495021-3A2C-4E0E-B81E-D5D4377AEFD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B1AAF2F-5C4E-4213-8FF5-3A6834014079}" type="pres">
      <dgm:prSet presAssocID="{6F495021-3A2C-4E0E-B81E-D5D4377AEFD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8C1ACE5-FD89-41BC-B44C-2CBF8193E527}" type="pres">
      <dgm:prSet presAssocID="{6F495021-3A2C-4E0E-B81E-D5D4377AEFDE}" presName="spaceRect" presStyleCnt="0"/>
      <dgm:spPr/>
    </dgm:pt>
    <dgm:pt modelId="{5F179447-14A6-4E32-9E99-E83F62CD57D2}" type="pres">
      <dgm:prSet presAssocID="{6F495021-3A2C-4E0E-B81E-D5D4377AEFDE}" presName="textRect" presStyleLbl="revTx" presStyleIdx="1" presStyleCnt="5">
        <dgm:presLayoutVars>
          <dgm:chMax val="1"/>
          <dgm:chPref val="1"/>
        </dgm:presLayoutVars>
      </dgm:prSet>
      <dgm:spPr/>
    </dgm:pt>
    <dgm:pt modelId="{1767B342-EA64-41C1-9526-6A2F497C1D98}" type="pres">
      <dgm:prSet presAssocID="{96639308-742D-4F30-92CE-2E12D59F84C3}" presName="sibTrans" presStyleCnt="0"/>
      <dgm:spPr/>
    </dgm:pt>
    <dgm:pt modelId="{2FB99603-50DA-4426-8C75-6D316C6390AF}" type="pres">
      <dgm:prSet presAssocID="{A9B8C09F-75BA-4503-99C9-49E421933AA8}" presName="compNode" presStyleCnt="0"/>
      <dgm:spPr/>
    </dgm:pt>
    <dgm:pt modelId="{9EA7CEA3-1EE3-4252-A4EF-42E5E1D8128E}" type="pres">
      <dgm:prSet presAssocID="{A9B8C09F-75BA-4503-99C9-49E421933AA8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FBA9034-BF20-4EE3-BBC8-BBDF98B70BD1}" type="pres">
      <dgm:prSet presAssocID="{A9B8C09F-75BA-4503-99C9-49E421933AA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A612AED-3909-4C3B-AA3B-5BB29512B173}" type="pres">
      <dgm:prSet presAssocID="{A9B8C09F-75BA-4503-99C9-49E421933AA8}" presName="spaceRect" presStyleCnt="0"/>
      <dgm:spPr/>
    </dgm:pt>
    <dgm:pt modelId="{637FC097-0A6D-4342-8C48-36B1C8216232}" type="pres">
      <dgm:prSet presAssocID="{A9B8C09F-75BA-4503-99C9-49E421933AA8}" presName="textRect" presStyleLbl="revTx" presStyleIdx="2" presStyleCnt="5">
        <dgm:presLayoutVars>
          <dgm:chMax val="1"/>
          <dgm:chPref val="1"/>
        </dgm:presLayoutVars>
      </dgm:prSet>
      <dgm:spPr/>
    </dgm:pt>
    <dgm:pt modelId="{4CAECA52-5FEC-4DB2-BE3D-15E29368A6C0}" type="pres">
      <dgm:prSet presAssocID="{299F6FA1-B4E3-441A-9AD5-D10935B2FFBA}" presName="sibTrans" presStyleCnt="0"/>
      <dgm:spPr/>
    </dgm:pt>
    <dgm:pt modelId="{103A4F7F-527A-4793-A34C-120296C5A140}" type="pres">
      <dgm:prSet presAssocID="{46E9C1C2-0AD9-4C04-827E-3AA39944EA3D}" presName="compNode" presStyleCnt="0"/>
      <dgm:spPr/>
    </dgm:pt>
    <dgm:pt modelId="{E65B35FF-F82D-4C4E-8E1F-A766AC505CF4}" type="pres">
      <dgm:prSet presAssocID="{46E9C1C2-0AD9-4C04-827E-3AA39944EA3D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C1DAA4F-28B2-43E7-945D-3D0ED926C9A6}" type="pres">
      <dgm:prSet presAssocID="{46E9C1C2-0AD9-4C04-827E-3AA39944EA3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B202C0A-295A-457F-92ED-E327F1496757}" type="pres">
      <dgm:prSet presAssocID="{46E9C1C2-0AD9-4C04-827E-3AA39944EA3D}" presName="spaceRect" presStyleCnt="0"/>
      <dgm:spPr/>
    </dgm:pt>
    <dgm:pt modelId="{3BF1D61F-4FAA-458B-98D1-CFFEF470BB92}" type="pres">
      <dgm:prSet presAssocID="{46E9C1C2-0AD9-4C04-827E-3AA39944EA3D}" presName="textRect" presStyleLbl="revTx" presStyleIdx="3" presStyleCnt="5">
        <dgm:presLayoutVars>
          <dgm:chMax val="1"/>
          <dgm:chPref val="1"/>
        </dgm:presLayoutVars>
      </dgm:prSet>
      <dgm:spPr/>
    </dgm:pt>
    <dgm:pt modelId="{86B864AE-9910-4880-B4FA-752C4CCD8019}" type="pres">
      <dgm:prSet presAssocID="{0236276C-9356-4FD1-8203-B8BA92601AA2}" presName="sibTrans" presStyleCnt="0"/>
      <dgm:spPr/>
    </dgm:pt>
    <dgm:pt modelId="{AF36FC9F-D67C-440A-9668-74AF9D44007C}" type="pres">
      <dgm:prSet presAssocID="{20F1DF03-F8AB-41AD-9CF4-E9107E47457E}" presName="compNode" presStyleCnt="0"/>
      <dgm:spPr/>
    </dgm:pt>
    <dgm:pt modelId="{3907A806-52F1-4C46-8930-261B34982575}" type="pres">
      <dgm:prSet presAssocID="{20F1DF03-F8AB-41AD-9CF4-E9107E47457E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76C24AF-3847-45FE-82D1-DF477C380920}" type="pres">
      <dgm:prSet presAssocID="{20F1DF03-F8AB-41AD-9CF4-E9107E4745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213D42C-61A9-44BA-81AA-595BC211172E}" type="pres">
      <dgm:prSet presAssocID="{20F1DF03-F8AB-41AD-9CF4-E9107E47457E}" presName="spaceRect" presStyleCnt="0"/>
      <dgm:spPr/>
    </dgm:pt>
    <dgm:pt modelId="{B3937749-214A-4538-871A-DBCDE832B94C}" type="pres">
      <dgm:prSet presAssocID="{20F1DF03-F8AB-41AD-9CF4-E9107E4745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1D0630C-92C6-4C12-B813-96A9A3028E21}" srcId="{06EA6D28-B495-4183-BACB-155B50000A1C}" destId="{20F1DF03-F8AB-41AD-9CF4-E9107E47457E}" srcOrd="4" destOrd="0" parTransId="{98C40034-B910-4A99-BA76-BEA5F41474E8}" sibTransId="{F75546A7-73EE-4CC2-9916-6DE730F9EE30}"/>
    <dgm:cxn modelId="{1A44AB23-8E6D-43E5-BE9F-1205D7BE51BB}" type="presOf" srcId="{46E9C1C2-0AD9-4C04-827E-3AA39944EA3D}" destId="{3BF1D61F-4FAA-458B-98D1-CFFEF470BB92}" srcOrd="0" destOrd="0" presId="urn:microsoft.com/office/officeart/2018/5/layout/IconLeafLabelList"/>
    <dgm:cxn modelId="{67632626-F43A-4F95-9859-294F8A4311CD}" srcId="{06EA6D28-B495-4183-BACB-155B50000A1C}" destId="{BF9E0600-1720-4233-883D-F08719FA381A}" srcOrd="0" destOrd="0" parTransId="{96396EE6-A58E-4A86-89B5-FC0FF1CFE2A3}" sibTransId="{93775F32-6DF4-435A-8396-3F0A55DFFA2B}"/>
    <dgm:cxn modelId="{94364843-37E6-46A8-9058-E55664B911B4}" srcId="{06EA6D28-B495-4183-BACB-155B50000A1C}" destId="{6F495021-3A2C-4E0E-B81E-D5D4377AEFDE}" srcOrd="1" destOrd="0" parTransId="{7F178832-0050-4A57-87AB-4117E7D0DC94}" sibTransId="{96639308-742D-4F30-92CE-2E12D59F84C3}"/>
    <dgm:cxn modelId="{5EA7D685-9276-4F7F-B8AB-193BBCF57EAF}" srcId="{06EA6D28-B495-4183-BACB-155B50000A1C}" destId="{46E9C1C2-0AD9-4C04-827E-3AA39944EA3D}" srcOrd="3" destOrd="0" parTransId="{A23315FA-1EEF-4168-8A37-6E3053AE0FA1}" sibTransId="{0236276C-9356-4FD1-8203-B8BA92601AA2}"/>
    <dgm:cxn modelId="{5123CD8A-A2E6-4B2A-8686-5955A511B1E6}" type="presOf" srcId="{06EA6D28-B495-4183-BACB-155B50000A1C}" destId="{A9BE1435-B5F0-4003-A4D4-9535F41B8F32}" srcOrd="0" destOrd="0" presId="urn:microsoft.com/office/officeart/2018/5/layout/IconLeafLabelList"/>
    <dgm:cxn modelId="{93293998-C891-43A1-93C1-F0C25A8C9E3F}" type="presOf" srcId="{BF9E0600-1720-4233-883D-F08719FA381A}" destId="{7396AF0F-64DB-49BD-A526-90E485C7DADA}" srcOrd="0" destOrd="0" presId="urn:microsoft.com/office/officeart/2018/5/layout/IconLeafLabelList"/>
    <dgm:cxn modelId="{55711FCA-7A7B-4FF2-B734-38665DEB5181}" type="presOf" srcId="{A9B8C09F-75BA-4503-99C9-49E421933AA8}" destId="{637FC097-0A6D-4342-8C48-36B1C8216232}" srcOrd="0" destOrd="0" presId="urn:microsoft.com/office/officeart/2018/5/layout/IconLeafLabelList"/>
    <dgm:cxn modelId="{27A34CCA-F9EA-4668-89EA-893FA87351FA}" type="presOf" srcId="{20F1DF03-F8AB-41AD-9CF4-E9107E47457E}" destId="{B3937749-214A-4538-871A-DBCDE832B94C}" srcOrd="0" destOrd="0" presId="urn:microsoft.com/office/officeart/2018/5/layout/IconLeafLabelList"/>
    <dgm:cxn modelId="{4ED9BAF6-A354-48F3-8270-870B3D99A451}" type="presOf" srcId="{6F495021-3A2C-4E0E-B81E-D5D4377AEFDE}" destId="{5F179447-14A6-4E32-9E99-E83F62CD57D2}" srcOrd="0" destOrd="0" presId="urn:microsoft.com/office/officeart/2018/5/layout/IconLeafLabelList"/>
    <dgm:cxn modelId="{732DC9FF-5AA0-49EF-88C8-7CE7E6FFB4C1}" srcId="{06EA6D28-B495-4183-BACB-155B50000A1C}" destId="{A9B8C09F-75BA-4503-99C9-49E421933AA8}" srcOrd="2" destOrd="0" parTransId="{2D71B8CD-1C53-43F6-9076-356DAAE97261}" sibTransId="{299F6FA1-B4E3-441A-9AD5-D10935B2FFBA}"/>
    <dgm:cxn modelId="{A686E312-A5F9-4177-AA66-F0D69B1EB9EF}" type="presParOf" srcId="{A9BE1435-B5F0-4003-A4D4-9535F41B8F32}" destId="{170B4EA7-3C60-4782-AA19-855D30E1A9EE}" srcOrd="0" destOrd="0" presId="urn:microsoft.com/office/officeart/2018/5/layout/IconLeafLabelList"/>
    <dgm:cxn modelId="{DA30B6D3-ADFB-410D-A4E3-D6C8DDBFD4A7}" type="presParOf" srcId="{170B4EA7-3C60-4782-AA19-855D30E1A9EE}" destId="{E7CF244E-1120-43B1-85C9-034026FAE060}" srcOrd="0" destOrd="0" presId="urn:microsoft.com/office/officeart/2018/5/layout/IconLeafLabelList"/>
    <dgm:cxn modelId="{66EB2C9C-E67A-466F-9FB8-C6FF814F936D}" type="presParOf" srcId="{170B4EA7-3C60-4782-AA19-855D30E1A9EE}" destId="{37479E1C-2C06-4CD4-B75B-4BB31C976290}" srcOrd="1" destOrd="0" presId="urn:microsoft.com/office/officeart/2018/5/layout/IconLeafLabelList"/>
    <dgm:cxn modelId="{F123292E-64C3-4073-8F02-669736BAFE36}" type="presParOf" srcId="{170B4EA7-3C60-4782-AA19-855D30E1A9EE}" destId="{BC88116D-EE4D-4F57-8CDF-C7EE993B918C}" srcOrd="2" destOrd="0" presId="urn:microsoft.com/office/officeart/2018/5/layout/IconLeafLabelList"/>
    <dgm:cxn modelId="{432251D0-D1B9-4A57-BB2A-567FE5658DB6}" type="presParOf" srcId="{170B4EA7-3C60-4782-AA19-855D30E1A9EE}" destId="{7396AF0F-64DB-49BD-A526-90E485C7DADA}" srcOrd="3" destOrd="0" presId="urn:microsoft.com/office/officeart/2018/5/layout/IconLeafLabelList"/>
    <dgm:cxn modelId="{BDC40C86-CF82-45B5-B27F-767EB51BDAE7}" type="presParOf" srcId="{A9BE1435-B5F0-4003-A4D4-9535F41B8F32}" destId="{E84D6A5C-7A8A-4B61-82BC-B7789EDBF735}" srcOrd="1" destOrd="0" presId="urn:microsoft.com/office/officeart/2018/5/layout/IconLeafLabelList"/>
    <dgm:cxn modelId="{07312F05-71E5-41C2-A13C-DF7E73CE21FF}" type="presParOf" srcId="{A9BE1435-B5F0-4003-A4D4-9535F41B8F32}" destId="{811747BD-F796-4EB3-BD25-F48E13056664}" srcOrd="2" destOrd="0" presId="urn:microsoft.com/office/officeart/2018/5/layout/IconLeafLabelList"/>
    <dgm:cxn modelId="{1ECB04EB-3F50-4E26-BA2F-9AAE5E5B9143}" type="presParOf" srcId="{811747BD-F796-4EB3-BD25-F48E13056664}" destId="{2CA864EB-5163-4859-9E4A-B50C5815427E}" srcOrd="0" destOrd="0" presId="urn:microsoft.com/office/officeart/2018/5/layout/IconLeafLabelList"/>
    <dgm:cxn modelId="{21B99EC4-1F1F-4EA1-A8F4-DD5AC42A7AB8}" type="presParOf" srcId="{811747BD-F796-4EB3-BD25-F48E13056664}" destId="{9B1AAF2F-5C4E-4213-8FF5-3A6834014079}" srcOrd="1" destOrd="0" presId="urn:microsoft.com/office/officeart/2018/5/layout/IconLeafLabelList"/>
    <dgm:cxn modelId="{B93624B4-A6C2-4266-822A-43ADCDD358DD}" type="presParOf" srcId="{811747BD-F796-4EB3-BD25-F48E13056664}" destId="{D8C1ACE5-FD89-41BC-B44C-2CBF8193E527}" srcOrd="2" destOrd="0" presId="urn:microsoft.com/office/officeart/2018/5/layout/IconLeafLabelList"/>
    <dgm:cxn modelId="{BFA086DE-73C5-4425-B0BD-F38B3235D5C4}" type="presParOf" srcId="{811747BD-F796-4EB3-BD25-F48E13056664}" destId="{5F179447-14A6-4E32-9E99-E83F62CD57D2}" srcOrd="3" destOrd="0" presId="urn:microsoft.com/office/officeart/2018/5/layout/IconLeafLabelList"/>
    <dgm:cxn modelId="{8BBE99B1-CF6A-4C16-B3FC-3E9D649E2688}" type="presParOf" srcId="{A9BE1435-B5F0-4003-A4D4-9535F41B8F32}" destId="{1767B342-EA64-41C1-9526-6A2F497C1D98}" srcOrd="3" destOrd="0" presId="urn:microsoft.com/office/officeart/2018/5/layout/IconLeafLabelList"/>
    <dgm:cxn modelId="{7FA63DD1-8A3A-4B33-ADD4-792505A0DF07}" type="presParOf" srcId="{A9BE1435-B5F0-4003-A4D4-9535F41B8F32}" destId="{2FB99603-50DA-4426-8C75-6D316C6390AF}" srcOrd="4" destOrd="0" presId="urn:microsoft.com/office/officeart/2018/5/layout/IconLeafLabelList"/>
    <dgm:cxn modelId="{5DF46CEF-6F06-41CD-A898-7255C5513C0F}" type="presParOf" srcId="{2FB99603-50DA-4426-8C75-6D316C6390AF}" destId="{9EA7CEA3-1EE3-4252-A4EF-42E5E1D8128E}" srcOrd="0" destOrd="0" presId="urn:microsoft.com/office/officeart/2018/5/layout/IconLeafLabelList"/>
    <dgm:cxn modelId="{C37FD1F2-723E-41C8-85F1-8C99684C648B}" type="presParOf" srcId="{2FB99603-50DA-4426-8C75-6D316C6390AF}" destId="{3FBA9034-BF20-4EE3-BBC8-BBDF98B70BD1}" srcOrd="1" destOrd="0" presId="urn:microsoft.com/office/officeart/2018/5/layout/IconLeafLabelList"/>
    <dgm:cxn modelId="{684F6783-2721-455B-90C2-EFCB3198B0A2}" type="presParOf" srcId="{2FB99603-50DA-4426-8C75-6D316C6390AF}" destId="{DA612AED-3909-4C3B-AA3B-5BB29512B173}" srcOrd="2" destOrd="0" presId="urn:microsoft.com/office/officeart/2018/5/layout/IconLeafLabelList"/>
    <dgm:cxn modelId="{E16C4F1A-ED54-4CF5-8D83-A29180EC5D24}" type="presParOf" srcId="{2FB99603-50DA-4426-8C75-6D316C6390AF}" destId="{637FC097-0A6D-4342-8C48-36B1C8216232}" srcOrd="3" destOrd="0" presId="urn:microsoft.com/office/officeart/2018/5/layout/IconLeafLabelList"/>
    <dgm:cxn modelId="{C3E1F7EB-1A79-43EF-8675-15F5D3136293}" type="presParOf" srcId="{A9BE1435-B5F0-4003-A4D4-9535F41B8F32}" destId="{4CAECA52-5FEC-4DB2-BE3D-15E29368A6C0}" srcOrd="5" destOrd="0" presId="urn:microsoft.com/office/officeart/2018/5/layout/IconLeafLabelList"/>
    <dgm:cxn modelId="{1EF59492-AE98-4AD2-9C21-13DBB940B918}" type="presParOf" srcId="{A9BE1435-B5F0-4003-A4D4-9535F41B8F32}" destId="{103A4F7F-527A-4793-A34C-120296C5A140}" srcOrd="6" destOrd="0" presId="urn:microsoft.com/office/officeart/2018/5/layout/IconLeafLabelList"/>
    <dgm:cxn modelId="{3EE27A55-5950-4287-BDED-6666723BEC58}" type="presParOf" srcId="{103A4F7F-527A-4793-A34C-120296C5A140}" destId="{E65B35FF-F82D-4C4E-8E1F-A766AC505CF4}" srcOrd="0" destOrd="0" presId="urn:microsoft.com/office/officeart/2018/5/layout/IconLeafLabelList"/>
    <dgm:cxn modelId="{B8C03285-E72A-4AA2-88D1-413CA8E7BB33}" type="presParOf" srcId="{103A4F7F-527A-4793-A34C-120296C5A140}" destId="{1C1DAA4F-28B2-43E7-945D-3D0ED926C9A6}" srcOrd="1" destOrd="0" presId="urn:microsoft.com/office/officeart/2018/5/layout/IconLeafLabelList"/>
    <dgm:cxn modelId="{79F87920-378E-4789-A2FF-70AA0DEC363A}" type="presParOf" srcId="{103A4F7F-527A-4793-A34C-120296C5A140}" destId="{1B202C0A-295A-457F-92ED-E327F1496757}" srcOrd="2" destOrd="0" presId="urn:microsoft.com/office/officeart/2018/5/layout/IconLeafLabelList"/>
    <dgm:cxn modelId="{370C02C3-7F6F-4004-8B23-A1CAF11808C7}" type="presParOf" srcId="{103A4F7F-527A-4793-A34C-120296C5A140}" destId="{3BF1D61F-4FAA-458B-98D1-CFFEF470BB92}" srcOrd="3" destOrd="0" presId="urn:microsoft.com/office/officeart/2018/5/layout/IconLeafLabelList"/>
    <dgm:cxn modelId="{96049E70-83F6-4C15-9B9E-899923D53798}" type="presParOf" srcId="{A9BE1435-B5F0-4003-A4D4-9535F41B8F32}" destId="{86B864AE-9910-4880-B4FA-752C4CCD8019}" srcOrd="7" destOrd="0" presId="urn:microsoft.com/office/officeart/2018/5/layout/IconLeafLabelList"/>
    <dgm:cxn modelId="{0F1D79D8-23D5-4734-83CD-56C08B9D7436}" type="presParOf" srcId="{A9BE1435-B5F0-4003-A4D4-9535F41B8F32}" destId="{AF36FC9F-D67C-440A-9668-74AF9D44007C}" srcOrd="8" destOrd="0" presId="urn:microsoft.com/office/officeart/2018/5/layout/IconLeafLabelList"/>
    <dgm:cxn modelId="{6E113478-0CA5-4D05-89BA-436B52309A46}" type="presParOf" srcId="{AF36FC9F-D67C-440A-9668-74AF9D44007C}" destId="{3907A806-52F1-4C46-8930-261B34982575}" srcOrd="0" destOrd="0" presId="urn:microsoft.com/office/officeart/2018/5/layout/IconLeafLabelList"/>
    <dgm:cxn modelId="{9B31E5BE-5406-4259-A1B2-EBB9E1B6A689}" type="presParOf" srcId="{AF36FC9F-D67C-440A-9668-74AF9D44007C}" destId="{F76C24AF-3847-45FE-82D1-DF477C380920}" srcOrd="1" destOrd="0" presId="urn:microsoft.com/office/officeart/2018/5/layout/IconLeafLabelList"/>
    <dgm:cxn modelId="{D6768E7C-6B27-4FE3-9BFB-3C862D19A34D}" type="presParOf" srcId="{AF36FC9F-D67C-440A-9668-74AF9D44007C}" destId="{F213D42C-61A9-44BA-81AA-595BC211172E}" srcOrd="2" destOrd="0" presId="urn:microsoft.com/office/officeart/2018/5/layout/IconLeafLabelList"/>
    <dgm:cxn modelId="{8D95F051-5B10-40D4-81A2-CEB545964354}" type="presParOf" srcId="{AF36FC9F-D67C-440A-9668-74AF9D44007C}" destId="{B3937749-214A-4538-871A-DBCDE832B94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9A24798-CC1F-4A5E-A328-2871479B903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07C336-3ED9-4EC7-9F58-FDBBEC733F83}">
      <dgm:prSet/>
      <dgm:spPr/>
      <dgm:t>
        <a:bodyPr/>
        <a:lstStyle/>
        <a:p>
          <a:r>
            <a:rPr lang="en-US"/>
            <a:t>Customers with international plans show higher churn rates.</a:t>
          </a:r>
        </a:p>
      </dgm:t>
    </dgm:pt>
    <dgm:pt modelId="{20AE0190-80D6-4E15-A449-83980B6541E8}" type="parTrans" cxnId="{EEA6DC33-92EA-4317-BA0C-9D68728602BC}">
      <dgm:prSet/>
      <dgm:spPr/>
      <dgm:t>
        <a:bodyPr/>
        <a:lstStyle/>
        <a:p>
          <a:endParaRPr lang="en-US"/>
        </a:p>
      </dgm:t>
    </dgm:pt>
    <dgm:pt modelId="{F2BC0465-3746-4B58-B52C-2345A2E9F7DF}" type="sibTrans" cxnId="{EEA6DC33-92EA-4317-BA0C-9D68728602BC}">
      <dgm:prSet/>
      <dgm:spPr/>
      <dgm:t>
        <a:bodyPr/>
        <a:lstStyle/>
        <a:p>
          <a:endParaRPr lang="en-US"/>
        </a:p>
      </dgm:t>
    </dgm:pt>
    <dgm:pt modelId="{D4EF85BD-39F7-40B1-8036-E45911AC8A41}">
      <dgm:prSet/>
      <dgm:spPr/>
      <dgm:t>
        <a:bodyPr/>
        <a:lstStyle/>
        <a:p>
          <a:r>
            <a:rPr lang="en-US"/>
            <a:t>Possible reasons:</a:t>
          </a:r>
        </a:p>
      </dgm:t>
    </dgm:pt>
    <dgm:pt modelId="{89900875-35E9-4CE2-ABAD-9190FE14765E}" type="parTrans" cxnId="{B9AFB2DB-EE41-4B18-A7FE-EDD25A549FE5}">
      <dgm:prSet/>
      <dgm:spPr/>
      <dgm:t>
        <a:bodyPr/>
        <a:lstStyle/>
        <a:p>
          <a:endParaRPr lang="en-US"/>
        </a:p>
      </dgm:t>
    </dgm:pt>
    <dgm:pt modelId="{2ACCC442-4F1B-4066-9209-D356ED81B2AD}" type="sibTrans" cxnId="{B9AFB2DB-EE41-4B18-A7FE-EDD25A549FE5}">
      <dgm:prSet/>
      <dgm:spPr/>
      <dgm:t>
        <a:bodyPr/>
        <a:lstStyle/>
        <a:p>
          <a:endParaRPr lang="en-US"/>
        </a:p>
      </dgm:t>
    </dgm:pt>
    <dgm:pt modelId="{3DD4B8F4-00A2-4370-ABBE-B2642EB8A0E9}">
      <dgm:prSet/>
      <dgm:spPr/>
      <dgm:t>
        <a:bodyPr/>
        <a:lstStyle/>
        <a:p>
          <a:r>
            <a:rPr lang="en-US"/>
            <a:t>- High pricing</a:t>
          </a:r>
        </a:p>
      </dgm:t>
    </dgm:pt>
    <dgm:pt modelId="{BFE93F74-DC0D-4679-875A-696CBD3C97D8}" type="parTrans" cxnId="{D37585A4-A9F6-4B3B-A1CB-91BE9E389CE0}">
      <dgm:prSet/>
      <dgm:spPr/>
      <dgm:t>
        <a:bodyPr/>
        <a:lstStyle/>
        <a:p>
          <a:endParaRPr lang="en-US"/>
        </a:p>
      </dgm:t>
    </dgm:pt>
    <dgm:pt modelId="{C6786FA8-A409-4DFB-9FCD-3BD94300F72C}" type="sibTrans" cxnId="{D37585A4-A9F6-4B3B-A1CB-91BE9E389CE0}">
      <dgm:prSet/>
      <dgm:spPr/>
      <dgm:t>
        <a:bodyPr/>
        <a:lstStyle/>
        <a:p>
          <a:endParaRPr lang="en-US"/>
        </a:p>
      </dgm:t>
    </dgm:pt>
    <dgm:pt modelId="{C3D92EA7-F951-4D0E-A825-BA55269323DF}">
      <dgm:prSet/>
      <dgm:spPr/>
      <dgm:t>
        <a:bodyPr/>
        <a:lstStyle/>
        <a:p>
          <a:r>
            <a:rPr lang="en-US"/>
            <a:t>- Low perceived value</a:t>
          </a:r>
        </a:p>
      </dgm:t>
    </dgm:pt>
    <dgm:pt modelId="{B171FA58-F4FF-4CD8-BD3E-4CDEFAFD61C6}" type="parTrans" cxnId="{DDE87ABF-E66C-4C15-AFD1-E99C6E62B812}">
      <dgm:prSet/>
      <dgm:spPr/>
      <dgm:t>
        <a:bodyPr/>
        <a:lstStyle/>
        <a:p>
          <a:endParaRPr lang="en-US"/>
        </a:p>
      </dgm:t>
    </dgm:pt>
    <dgm:pt modelId="{3F1EF0D6-668E-4682-A430-4623A24B7ACF}" type="sibTrans" cxnId="{DDE87ABF-E66C-4C15-AFD1-E99C6E62B812}">
      <dgm:prSet/>
      <dgm:spPr/>
      <dgm:t>
        <a:bodyPr/>
        <a:lstStyle/>
        <a:p>
          <a:endParaRPr lang="en-US"/>
        </a:p>
      </dgm:t>
    </dgm:pt>
    <dgm:pt modelId="{444AACCE-AC5B-4D5C-83D2-4589ACF9A31B}">
      <dgm:prSet/>
      <dgm:spPr/>
      <dgm:t>
        <a:bodyPr/>
        <a:lstStyle/>
        <a:p>
          <a:r>
            <a:rPr lang="en-US"/>
            <a:t>- Quality concerns</a:t>
          </a:r>
        </a:p>
      </dgm:t>
    </dgm:pt>
    <dgm:pt modelId="{6487A82C-679E-4E71-BA07-E446B0A65AC7}" type="parTrans" cxnId="{71A22B91-99AF-4A9D-9811-A6626061B5AA}">
      <dgm:prSet/>
      <dgm:spPr/>
      <dgm:t>
        <a:bodyPr/>
        <a:lstStyle/>
        <a:p>
          <a:endParaRPr lang="en-US"/>
        </a:p>
      </dgm:t>
    </dgm:pt>
    <dgm:pt modelId="{C2372A27-32AE-486A-87C9-153C2A37070C}" type="sibTrans" cxnId="{71A22B91-99AF-4A9D-9811-A6626061B5AA}">
      <dgm:prSet/>
      <dgm:spPr/>
      <dgm:t>
        <a:bodyPr/>
        <a:lstStyle/>
        <a:p>
          <a:endParaRPr lang="en-US"/>
        </a:p>
      </dgm:t>
    </dgm:pt>
    <dgm:pt modelId="{795084D4-9EC9-40EB-9C5C-2BD2DE854067}" type="pres">
      <dgm:prSet presAssocID="{A9A24798-CC1F-4A5E-A328-2871479B9030}" presName="diagram" presStyleCnt="0">
        <dgm:presLayoutVars>
          <dgm:dir/>
          <dgm:resizeHandles val="exact"/>
        </dgm:presLayoutVars>
      </dgm:prSet>
      <dgm:spPr/>
    </dgm:pt>
    <dgm:pt modelId="{3EEDFD6E-B4C3-4323-9D55-C3BF49080DBF}" type="pres">
      <dgm:prSet presAssocID="{AC07C336-3ED9-4EC7-9F58-FDBBEC733F83}" presName="node" presStyleLbl="node1" presStyleIdx="0" presStyleCnt="5">
        <dgm:presLayoutVars>
          <dgm:bulletEnabled val="1"/>
        </dgm:presLayoutVars>
      </dgm:prSet>
      <dgm:spPr/>
    </dgm:pt>
    <dgm:pt modelId="{8C8C927F-B9E3-4C44-8955-64D328F2B752}" type="pres">
      <dgm:prSet presAssocID="{F2BC0465-3746-4B58-B52C-2345A2E9F7DF}" presName="sibTrans" presStyleCnt="0"/>
      <dgm:spPr/>
    </dgm:pt>
    <dgm:pt modelId="{EE532E6B-5CEE-4486-B3FE-8DCE59873AEE}" type="pres">
      <dgm:prSet presAssocID="{D4EF85BD-39F7-40B1-8036-E45911AC8A41}" presName="node" presStyleLbl="node1" presStyleIdx="1" presStyleCnt="5">
        <dgm:presLayoutVars>
          <dgm:bulletEnabled val="1"/>
        </dgm:presLayoutVars>
      </dgm:prSet>
      <dgm:spPr/>
    </dgm:pt>
    <dgm:pt modelId="{4AFF1760-36F9-4A32-9DD9-037D16E48788}" type="pres">
      <dgm:prSet presAssocID="{2ACCC442-4F1B-4066-9209-D356ED81B2AD}" presName="sibTrans" presStyleCnt="0"/>
      <dgm:spPr/>
    </dgm:pt>
    <dgm:pt modelId="{C9DBE23E-1984-42A6-A72C-98084F230FEC}" type="pres">
      <dgm:prSet presAssocID="{3DD4B8F4-00A2-4370-ABBE-B2642EB8A0E9}" presName="node" presStyleLbl="node1" presStyleIdx="2" presStyleCnt="5">
        <dgm:presLayoutVars>
          <dgm:bulletEnabled val="1"/>
        </dgm:presLayoutVars>
      </dgm:prSet>
      <dgm:spPr/>
    </dgm:pt>
    <dgm:pt modelId="{B6862A47-EB5B-4725-A897-D817CC568D02}" type="pres">
      <dgm:prSet presAssocID="{C6786FA8-A409-4DFB-9FCD-3BD94300F72C}" presName="sibTrans" presStyleCnt="0"/>
      <dgm:spPr/>
    </dgm:pt>
    <dgm:pt modelId="{D8092869-7A3C-4707-AA01-0CA73E55B30F}" type="pres">
      <dgm:prSet presAssocID="{C3D92EA7-F951-4D0E-A825-BA55269323DF}" presName="node" presStyleLbl="node1" presStyleIdx="3" presStyleCnt="5">
        <dgm:presLayoutVars>
          <dgm:bulletEnabled val="1"/>
        </dgm:presLayoutVars>
      </dgm:prSet>
      <dgm:spPr/>
    </dgm:pt>
    <dgm:pt modelId="{A2FA3781-628F-41B7-8519-7F366C36237F}" type="pres">
      <dgm:prSet presAssocID="{3F1EF0D6-668E-4682-A430-4623A24B7ACF}" presName="sibTrans" presStyleCnt="0"/>
      <dgm:spPr/>
    </dgm:pt>
    <dgm:pt modelId="{977F1832-7D8C-482C-915D-422607088E39}" type="pres">
      <dgm:prSet presAssocID="{444AACCE-AC5B-4D5C-83D2-4589ACF9A31B}" presName="node" presStyleLbl="node1" presStyleIdx="4" presStyleCnt="5">
        <dgm:presLayoutVars>
          <dgm:bulletEnabled val="1"/>
        </dgm:presLayoutVars>
      </dgm:prSet>
      <dgm:spPr/>
    </dgm:pt>
  </dgm:ptLst>
  <dgm:cxnLst>
    <dgm:cxn modelId="{EEA6DC33-92EA-4317-BA0C-9D68728602BC}" srcId="{A9A24798-CC1F-4A5E-A328-2871479B9030}" destId="{AC07C336-3ED9-4EC7-9F58-FDBBEC733F83}" srcOrd="0" destOrd="0" parTransId="{20AE0190-80D6-4E15-A449-83980B6541E8}" sibTransId="{F2BC0465-3746-4B58-B52C-2345A2E9F7DF}"/>
    <dgm:cxn modelId="{47DDA637-39D6-40EB-A540-51728EF946AF}" type="presOf" srcId="{C3D92EA7-F951-4D0E-A825-BA55269323DF}" destId="{D8092869-7A3C-4707-AA01-0CA73E55B30F}" srcOrd="0" destOrd="0" presId="urn:microsoft.com/office/officeart/2005/8/layout/default"/>
    <dgm:cxn modelId="{A85D5B61-D0EB-4536-8DCC-6F049FF06BFD}" type="presOf" srcId="{3DD4B8F4-00A2-4370-ABBE-B2642EB8A0E9}" destId="{C9DBE23E-1984-42A6-A72C-98084F230FEC}" srcOrd="0" destOrd="0" presId="urn:microsoft.com/office/officeart/2005/8/layout/default"/>
    <dgm:cxn modelId="{43D5AC4B-0CB6-4D22-8191-800A4F3C7C8F}" type="presOf" srcId="{D4EF85BD-39F7-40B1-8036-E45911AC8A41}" destId="{EE532E6B-5CEE-4486-B3FE-8DCE59873AEE}" srcOrd="0" destOrd="0" presId="urn:microsoft.com/office/officeart/2005/8/layout/default"/>
    <dgm:cxn modelId="{71A22B91-99AF-4A9D-9811-A6626061B5AA}" srcId="{A9A24798-CC1F-4A5E-A328-2871479B9030}" destId="{444AACCE-AC5B-4D5C-83D2-4589ACF9A31B}" srcOrd="4" destOrd="0" parTransId="{6487A82C-679E-4E71-BA07-E446B0A65AC7}" sibTransId="{C2372A27-32AE-486A-87C9-153C2A37070C}"/>
    <dgm:cxn modelId="{D8DFCB9C-CE19-4AA3-8B22-607186A2529E}" type="presOf" srcId="{444AACCE-AC5B-4D5C-83D2-4589ACF9A31B}" destId="{977F1832-7D8C-482C-915D-422607088E39}" srcOrd="0" destOrd="0" presId="urn:microsoft.com/office/officeart/2005/8/layout/default"/>
    <dgm:cxn modelId="{F985859F-BF5D-49F8-9543-859C85BCBB03}" type="presOf" srcId="{A9A24798-CC1F-4A5E-A328-2871479B9030}" destId="{795084D4-9EC9-40EB-9C5C-2BD2DE854067}" srcOrd="0" destOrd="0" presId="urn:microsoft.com/office/officeart/2005/8/layout/default"/>
    <dgm:cxn modelId="{D37585A4-A9F6-4B3B-A1CB-91BE9E389CE0}" srcId="{A9A24798-CC1F-4A5E-A328-2871479B9030}" destId="{3DD4B8F4-00A2-4370-ABBE-B2642EB8A0E9}" srcOrd="2" destOrd="0" parTransId="{BFE93F74-DC0D-4679-875A-696CBD3C97D8}" sibTransId="{C6786FA8-A409-4DFB-9FCD-3BD94300F72C}"/>
    <dgm:cxn modelId="{DDE87ABF-E66C-4C15-AFD1-E99C6E62B812}" srcId="{A9A24798-CC1F-4A5E-A328-2871479B9030}" destId="{C3D92EA7-F951-4D0E-A825-BA55269323DF}" srcOrd="3" destOrd="0" parTransId="{B171FA58-F4FF-4CD8-BD3E-4CDEFAFD61C6}" sibTransId="{3F1EF0D6-668E-4682-A430-4623A24B7ACF}"/>
    <dgm:cxn modelId="{B9AFB2DB-EE41-4B18-A7FE-EDD25A549FE5}" srcId="{A9A24798-CC1F-4A5E-A328-2871479B9030}" destId="{D4EF85BD-39F7-40B1-8036-E45911AC8A41}" srcOrd="1" destOrd="0" parTransId="{89900875-35E9-4CE2-ABAD-9190FE14765E}" sibTransId="{2ACCC442-4F1B-4066-9209-D356ED81B2AD}"/>
    <dgm:cxn modelId="{A4EAF2EF-E314-4F50-899C-39DC97D957BA}" type="presOf" srcId="{AC07C336-3ED9-4EC7-9F58-FDBBEC733F83}" destId="{3EEDFD6E-B4C3-4323-9D55-C3BF49080DBF}" srcOrd="0" destOrd="0" presId="urn:microsoft.com/office/officeart/2005/8/layout/default"/>
    <dgm:cxn modelId="{67226185-6600-44EC-84EA-0A80AB864A27}" type="presParOf" srcId="{795084D4-9EC9-40EB-9C5C-2BD2DE854067}" destId="{3EEDFD6E-B4C3-4323-9D55-C3BF49080DBF}" srcOrd="0" destOrd="0" presId="urn:microsoft.com/office/officeart/2005/8/layout/default"/>
    <dgm:cxn modelId="{D6BFDD32-E225-4159-A2F5-35FFAB61859C}" type="presParOf" srcId="{795084D4-9EC9-40EB-9C5C-2BD2DE854067}" destId="{8C8C927F-B9E3-4C44-8955-64D328F2B752}" srcOrd="1" destOrd="0" presId="urn:microsoft.com/office/officeart/2005/8/layout/default"/>
    <dgm:cxn modelId="{707BD1FB-C179-409E-939F-C1DF17B33137}" type="presParOf" srcId="{795084D4-9EC9-40EB-9C5C-2BD2DE854067}" destId="{EE532E6B-5CEE-4486-B3FE-8DCE59873AEE}" srcOrd="2" destOrd="0" presId="urn:microsoft.com/office/officeart/2005/8/layout/default"/>
    <dgm:cxn modelId="{4DF508F1-34AA-4D7D-A2C4-57333FDC1F55}" type="presParOf" srcId="{795084D4-9EC9-40EB-9C5C-2BD2DE854067}" destId="{4AFF1760-36F9-4A32-9DD9-037D16E48788}" srcOrd="3" destOrd="0" presId="urn:microsoft.com/office/officeart/2005/8/layout/default"/>
    <dgm:cxn modelId="{BA02EDD6-1D84-487B-B27B-CAE2C72B2800}" type="presParOf" srcId="{795084D4-9EC9-40EB-9C5C-2BD2DE854067}" destId="{C9DBE23E-1984-42A6-A72C-98084F230FEC}" srcOrd="4" destOrd="0" presId="urn:microsoft.com/office/officeart/2005/8/layout/default"/>
    <dgm:cxn modelId="{85C2682A-C7FF-4198-AFA7-1C9FCD774F00}" type="presParOf" srcId="{795084D4-9EC9-40EB-9C5C-2BD2DE854067}" destId="{B6862A47-EB5B-4725-A897-D817CC568D02}" srcOrd="5" destOrd="0" presId="urn:microsoft.com/office/officeart/2005/8/layout/default"/>
    <dgm:cxn modelId="{7D1F3E8B-0BC9-416F-997E-B76DD7A951A3}" type="presParOf" srcId="{795084D4-9EC9-40EB-9C5C-2BD2DE854067}" destId="{D8092869-7A3C-4707-AA01-0CA73E55B30F}" srcOrd="6" destOrd="0" presId="urn:microsoft.com/office/officeart/2005/8/layout/default"/>
    <dgm:cxn modelId="{EFF37493-4531-4368-A5AE-E878F61EA34E}" type="presParOf" srcId="{795084D4-9EC9-40EB-9C5C-2BD2DE854067}" destId="{A2FA3781-628F-41B7-8519-7F366C36237F}" srcOrd="7" destOrd="0" presId="urn:microsoft.com/office/officeart/2005/8/layout/default"/>
    <dgm:cxn modelId="{EB12F0E3-1145-4699-9012-9D861C30C514}" type="presParOf" srcId="{795084D4-9EC9-40EB-9C5C-2BD2DE854067}" destId="{977F1832-7D8C-482C-915D-422607088E3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C4CEECB-C0B4-4250-AD50-4F2FF182444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1B1722E-11AC-48EB-BDCC-C9AF592EEBAD}">
      <dgm:prSet/>
      <dgm:spPr/>
      <dgm:t>
        <a:bodyPr/>
        <a:lstStyle/>
        <a:p>
          <a:pPr>
            <a:defRPr cap="all"/>
          </a:pPr>
          <a:r>
            <a:rPr lang="en-US"/>
            <a:t>Customers with higher daily and international charges tend to churn more.</a:t>
          </a:r>
        </a:p>
      </dgm:t>
    </dgm:pt>
    <dgm:pt modelId="{AF084DFA-93CA-4204-8744-ED24CEC9F803}" type="parTrans" cxnId="{98A5687B-C59A-4DD2-949A-8C75E1F8C668}">
      <dgm:prSet/>
      <dgm:spPr/>
      <dgm:t>
        <a:bodyPr/>
        <a:lstStyle/>
        <a:p>
          <a:endParaRPr lang="en-US"/>
        </a:p>
      </dgm:t>
    </dgm:pt>
    <dgm:pt modelId="{7EBF4FDA-DCEE-4341-890B-19793B53CB75}" type="sibTrans" cxnId="{98A5687B-C59A-4DD2-949A-8C75E1F8C668}">
      <dgm:prSet/>
      <dgm:spPr/>
      <dgm:t>
        <a:bodyPr/>
        <a:lstStyle/>
        <a:p>
          <a:endParaRPr lang="en-US"/>
        </a:p>
      </dgm:t>
    </dgm:pt>
    <dgm:pt modelId="{73D65CD3-9285-40A0-8C88-8A26CFB45DF1}">
      <dgm:prSet/>
      <dgm:spPr/>
      <dgm:t>
        <a:bodyPr/>
        <a:lstStyle/>
        <a:p>
          <a:pPr>
            <a:defRPr cap="all"/>
          </a:pPr>
          <a:r>
            <a:rPr lang="en-US"/>
            <a:t>Recommendation: Conduct price sensitivity analysis.</a:t>
          </a:r>
        </a:p>
      </dgm:t>
    </dgm:pt>
    <dgm:pt modelId="{A34F0090-FB4E-4722-8510-2BBF667C9A2C}" type="parTrans" cxnId="{F74239FD-2999-44E3-9B48-3B61EF9D0E23}">
      <dgm:prSet/>
      <dgm:spPr/>
      <dgm:t>
        <a:bodyPr/>
        <a:lstStyle/>
        <a:p>
          <a:endParaRPr lang="en-US"/>
        </a:p>
      </dgm:t>
    </dgm:pt>
    <dgm:pt modelId="{94984117-C29E-4D64-98B1-08BBE446E9D4}" type="sibTrans" cxnId="{F74239FD-2999-44E3-9B48-3B61EF9D0E23}">
      <dgm:prSet/>
      <dgm:spPr/>
      <dgm:t>
        <a:bodyPr/>
        <a:lstStyle/>
        <a:p>
          <a:endParaRPr lang="en-US"/>
        </a:p>
      </dgm:t>
    </dgm:pt>
    <dgm:pt modelId="{04DD0B78-BAA4-41F5-BD28-136FEBEE031A}" type="pres">
      <dgm:prSet presAssocID="{8C4CEECB-C0B4-4250-AD50-4F2FF1824448}" presName="root" presStyleCnt="0">
        <dgm:presLayoutVars>
          <dgm:dir/>
          <dgm:resizeHandles val="exact"/>
        </dgm:presLayoutVars>
      </dgm:prSet>
      <dgm:spPr/>
    </dgm:pt>
    <dgm:pt modelId="{FD2D6F13-91C6-4BB7-BF62-8E38BEF062A6}" type="pres">
      <dgm:prSet presAssocID="{81B1722E-11AC-48EB-BDCC-C9AF592EEBAD}" presName="compNode" presStyleCnt="0"/>
      <dgm:spPr/>
    </dgm:pt>
    <dgm:pt modelId="{667C11C1-3D0B-4684-ABCE-F24915AD30C5}" type="pres">
      <dgm:prSet presAssocID="{81B1722E-11AC-48EB-BDCC-C9AF592EEBAD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3188ADD-35B3-40E8-876D-FC0BEE0558B5}" type="pres">
      <dgm:prSet presAssocID="{81B1722E-11AC-48EB-BDCC-C9AF592EEB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FF49E7B-F24C-4EA8-BEA3-298E93E1A042}" type="pres">
      <dgm:prSet presAssocID="{81B1722E-11AC-48EB-BDCC-C9AF592EEBAD}" presName="spaceRect" presStyleCnt="0"/>
      <dgm:spPr/>
    </dgm:pt>
    <dgm:pt modelId="{2F43157A-0099-42B4-BEC1-6055CE9CBE38}" type="pres">
      <dgm:prSet presAssocID="{81B1722E-11AC-48EB-BDCC-C9AF592EEBAD}" presName="textRect" presStyleLbl="revTx" presStyleIdx="0" presStyleCnt="2">
        <dgm:presLayoutVars>
          <dgm:chMax val="1"/>
          <dgm:chPref val="1"/>
        </dgm:presLayoutVars>
      </dgm:prSet>
      <dgm:spPr/>
    </dgm:pt>
    <dgm:pt modelId="{9A83FA29-D8E1-4BBE-90DA-6901A7DED463}" type="pres">
      <dgm:prSet presAssocID="{7EBF4FDA-DCEE-4341-890B-19793B53CB75}" presName="sibTrans" presStyleCnt="0"/>
      <dgm:spPr/>
    </dgm:pt>
    <dgm:pt modelId="{96AC7459-D1BA-4DE5-B816-7249C29FC529}" type="pres">
      <dgm:prSet presAssocID="{73D65CD3-9285-40A0-8C88-8A26CFB45DF1}" presName="compNode" presStyleCnt="0"/>
      <dgm:spPr/>
    </dgm:pt>
    <dgm:pt modelId="{6EDEAC47-FAF1-416D-8D40-6C2F73C8201C}" type="pres">
      <dgm:prSet presAssocID="{73D65CD3-9285-40A0-8C88-8A26CFB45DF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4494B77-D309-4E67-B40B-7F9FF1F93B4A}" type="pres">
      <dgm:prSet presAssocID="{73D65CD3-9285-40A0-8C88-8A26CFB45DF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CA2AD5B0-6A57-42A0-AF7C-1EBDF03A6986}" type="pres">
      <dgm:prSet presAssocID="{73D65CD3-9285-40A0-8C88-8A26CFB45DF1}" presName="spaceRect" presStyleCnt="0"/>
      <dgm:spPr/>
    </dgm:pt>
    <dgm:pt modelId="{36ACC055-7272-491B-9254-CFBE49F7CA03}" type="pres">
      <dgm:prSet presAssocID="{73D65CD3-9285-40A0-8C88-8A26CFB45DF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51A160C-984B-4513-AF5F-CFF55539A8EA}" type="presOf" srcId="{8C4CEECB-C0B4-4250-AD50-4F2FF1824448}" destId="{04DD0B78-BAA4-41F5-BD28-136FEBEE031A}" srcOrd="0" destOrd="0" presId="urn:microsoft.com/office/officeart/2018/5/layout/IconLeafLabelList"/>
    <dgm:cxn modelId="{21868B3C-0DCA-4355-A450-BC989C1B02BE}" type="presOf" srcId="{81B1722E-11AC-48EB-BDCC-C9AF592EEBAD}" destId="{2F43157A-0099-42B4-BEC1-6055CE9CBE38}" srcOrd="0" destOrd="0" presId="urn:microsoft.com/office/officeart/2018/5/layout/IconLeafLabelList"/>
    <dgm:cxn modelId="{98A5687B-C59A-4DD2-949A-8C75E1F8C668}" srcId="{8C4CEECB-C0B4-4250-AD50-4F2FF1824448}" destId="{81B1722E-11AC-48EB-BDCC-C9AF592EEBAD}" srcOrd="0" destOrd="0" parTransId="{AF084DFA-93CA-4204-8744-ED24CEC9F803}" sibTransId="{7EBF4FDA-DCEE-4341-890B-19793B53CB75}"/>
    <dgm:cxn modelId="{69163685-A852-4AAA-A420-352EA21AED73}" type="presOf" srcId="{73D65CD3-9285-40A0-8C88-8A26CFB45DF1}" destId="{36ACC055-7272-491B-9254-CFBE49F7CA03}" srcOrd="0" destOrd="0" presId="urn:microsoft.com/office/officeart/2018/5/layout/IconLeafLabelList"/>
    <dgm:cxn modelId="{F74239FD-2999-44E3-9B48-3B61EF9D0E23}" srcId="{8C4CEECB-C0B4-4250-AD50-4F2FF1824448}" destId="{73D65CD3-9285-40A0-8C88-8A26CFB45DF1}" srcOrd="1" destOrd="0" parTransId="{A34F0090-FB4E-4722-8510-2BBF667C9A2C}" sibTransId="{94984117-C29E-4D64-98B1-08BBE446E9D4}"/>
    <dgm:cxn modelId="{46BDDC6A-7630-48D6-9EB1-3F7D46876514}" type="presParOf" srcId="{04DD0B78-BAA4-41F5-BD28-136FEBEE031A}" destId="{FD2D6F13-91C6-4BB7-BF62-8E38BEF062A6}" srcOrd="0" destOrd="0" presId="urn:microsoft.com/office/officeart/2018/5/layout/IconLeafLabelList"/>
    <dgm:cxn modelId="{15B5992E-9399-4A01-812D-93D0AFDD312E}" type="presParOf" srcId="{FD2D6F13-91C6-4BB7-BF62-8E38BEF062A6}" destId="{667C11C1-3D0B-4684-ABCE-F24915AD30C5}" srcOrd="0" destOrd="0" presId="urn:microsoft.com/office/officeart/2018/5/layout/IconLeafLabelList"/>
    <dgm:cxn modelId="{D1517EEA-FF96-48A4-A290-29852FB8B375}" type="presParOf" srcId="{FD2D6F13-91C6-4BB7-BF62-8E38BEF062A6}" destId="{D3188ADD-35B3-40E8-876D-FC0BEE0558B5}" srcOrd="1" destOrd="0" presId="urn:microsoft.com/office/officeart/2018/5/layout/IconLeafLabelList"/>
    <dgm:cxn modelId="{0675E129-5512-46C6-9AE2-A48AF12EBFCF}" type="presParOf" srcId="{FD2D6F13-91C6-4BB7-BF62-8E38BEF062A6}" destId="{4FF49E7B-F24C-4EA8-BEA3-298E93E1A042}" srcOrd="2" destOrd="0" presId="urn:microsoft.com/office/officeart/2018/5/layout/IconLeafLabelList"/>
    <dgm:cxn modelId="{3A581AA7-A784-49E6-ABE9-D8B5BD5BB5BA}" type="presParOf" srcId="{FD2D6F13-91C6-4BB7-BF62-8E38BEF062A6}" destId="{2F43157A-0099-42B4-BEC1-6055CE9CBE38}" srcOrd="3" destOrd="0" presId="urn:microsoft.com/office/officeart/2018/5/layout/IconLeafLabelList"/>
    <dgm:cxn modelId="{98FB8A51-8F55-4692-AC49-58DE122132A3}" type="presParOf" srcId="{04DD0B78-BAA4-41F5-BD28-136FEBEE031A}" destId="{9A83FA29-D8E1-4BBE-90DA-6901A7DED463}" srcOrd="1" destOrd="0" presId="urn:microsoft.com/office/officeart/2018/5/layout/IconLeafLabelList"/>
    <dgm:cxn modelId="{24B24E6E-5E65-404A-9068-F8D912A8DB78}" type="presParOf" srcId="{04DD0B78-BAA4-41F5-BD28-136FEBEE031A}" destId="{96AC7459-D1BA-4DE5-B816-7249C29FC529}" srcOrd="2" destOrd="0" presId="urn:microsoft.com/office/officeart/2018/5/layout/IconLeafLabelList"/>
    <dgm:cxn modelId="{B8FF0994-B302-4BE4-926F-B0E17BBB1958}" type="presParOf" srcId="{96AC7459-D1BA-4DE5-B816-7249C29FC529}" destId="{6EDEAC47-FAF1-416D-8D40-6C2F73C8201C}" srcOrd="0" destOrd="0" presId="urn:microsoft.com/office/officeart/2018/5/layout/IconLeafLabelList"/>
    <dgm:cxn modelId="{508484D4-208F-4900-A8EE-F7C16DCC9DD8}" type="presParOf" srcId="{96AC7459-D1BA-4DE5-B816-7249C29FC529}" destId="{34494B77-D309-4E67-B40B-7F9FF1F93B4A}" srcOrd="1" destOrd="0" presId="urn:microsoft.com/office/officeart/2018/5/layout/IconLeafLabelList"/>
    <dgm:cxn modelId="{F628BBD9-7644-4AD1-8B90-314F3CA83AEF}" type="presParOf" srcId="{96AC7459-D1BA-4DE5-B816-7249C29FC529}" destId="{CA2AD5B0-6A57-42A0-AF7C-1EBDF03A6986}" srcOrd="2" destOrd="0" presId="urn:microsoft.com/office/officeart/2018/5/layout/IconLeafLabelList"/>
    <dgm:cxn modelId="{E78E52CA-3D89-418C-A10A-00BBDD0F0B17}" type="presParOf" srcId="{96AC7459-D1BA-4DE5-B816-7249C29FC529}" destId="{36ACC055-7272-491B-9254-CFBE49F7CA0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7DFA657-5064-4AA6-9F90-0CF77B2F1B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0253618-09B6-4E26-863F-5FD1E7C7A2ED}">
      <dgm:prSet/>
      <dgm:spPr/>
      <dgm:t>
        <a:bodyPr/>
        <a:lstStyle/>
        <a:p>
          <a:r>
            <a:rPr lang="en-US"/>
            <a:t>New customers are more likely to churn.</a:t>
          </a:r>
        </a:p>
      </dgm:t>
    </dgm:pt>
    <dgm:pt modelId="{75D10680-4523-44DF-9B22-6709C78A5B23}" type="parTrans" cxnId="{206FA4C9-E1A1-44A8-9AD2-25F8A777D452}">
      <dgm:prSet/>
      <dgm:spPr/>
      <dgm:t>
        <a:bodyPr/>
        <a:lstStyle/>
        <a:p>
          <a:endParaRPr lang="en-US"/>
        </a:p>
      </dgm:t>
    </dgm:pt>
    <dgm:pt modelId="{214930F4-D40E-4445-9D2E-5AF665F9B80A}" type="sibTrans" cxnId="{206FA4C9-E1A1-44A8-9AD2-25F8A777D452}">
      <dgm:prSet/>
      <dgm:spPr/>
      <dgm:t>
        <a:bodyPr/>
        <a:lstStyle/>
        <a:p>
          <a:endParaRPr lang="en-US"/>
        </a:p>
      </dgm:t>
    </dgm:pt>
    <dgm:pt modelId="{F4291728-4551-49A6-BB37-E0F362C3332D}">
      <dgm:prSet/>
      <dgm:spPr/>
      <dgm:t>
        <a:bodyPr/>
        <a:lstStyle/>
        <a:p>
          <a:r>
            <a:rPr lang="en-US"/>
            <a:t>Long-term customers show higher loyalty.</a:t>
          </a:r>
        </a:p>
      </dgm:t>
    </dgm:pt>
    <dgm:pt modelId="{9B2D5E14-F842-4078-AFDD-F1C65BB00006}" type="parTrans" cxnId="{EA02F974-95EE-4C53-AE89-25B872902665}">
      <dgm:prSet/>
      <dgm:spPr/>
      <dgm:t>
        <a:bodyPr/>
        <a:lstStyle/>
        <a:p>
          <a:endParaRPr lang="en-US"/>
        </a:p>
      </dgm:t>
    </dgm:pt>
    <dgm:pt modelId="{337183C1-6AC5-4839-A7B7-3CDC027B31EA}" type="sibTrans" cxnId="{EA02F974-95EE-4C53-AE89-25B872902665}">
      <dgm:prSet/>
      <dgm:spPr/>
      <dgm:t>
        <a:bodyPr/>
        <a:lstStyle/>
        <a:p>
          <a:endParaRPr lang="en-US"/>
        </a:p>
      </dgm:t>
    </dgm:pt>
    <dgm:pt modelId="{02DEB457-2292-453F-867A-35DC0540384E}" type="pres">
      <dgm:prSet presAssocID="{E7DFA657-5064-4AA6-9F90-0CF77B2F1B7F}" presName="root" presStyleCnt="0">
        <dgm:presLayoutVars>
          <dgm:dir/>
          <dgm:resizeHandles val="exact"/>
        </dgm:presLayoutVars>
      </dgm:prSet>
      <dgm:spPr/>
    </dgm:pt>
    <dgm:pt modelId="{8A379B6D-11DB-448C-BAA5-5EE6841C05CC}" type="pres">
      <dgm:prSet presAssocID="{10253618-09B6-4E26-863F-5FD1E7C7A2ED}" presName="compNode" presStyleCnt="0"/>
      <dgm:spPr/>
    </dgm:pt>
    <dgm:pt modelId="{4FE900F3-5D34-43E9-B7BC-060DB896905D}" type="pres">
      <dgm:prSet presAssocID="{10253618-09B6-4E26-863F-5FD1E7C7A2E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2FDAA37-950D-4366-8B21-DCBAF7354E2D}" type="pres">
      <dgm:prSet presAssocID="{10253618-09B6-4E26-863F-5FD1E7C7A2ED}" presName="spaceRect" presStyleCnt="0"/>
      <dgm:spPr/>
    </dgm:pt>
    <dgm:pt modelId="{8F289088-3B85-414A-87CA-57BFA98D8810}" type="pres">
      <dgm:prSet presAssocID="{10253618-09B6-4E26-863F-5FD1E7C7A2ED}" presName="textRect" presStyleLbl="revTx" presStyleIdx="0" presStyleCnt="2">
        <dgm:presLayoutVars>
          <dgm:chMax val="1"/>
          <dgm:chPref val="1"/>
        </dgm:presLayoutVars>
      </dgm:prSet>
      <dgm:spPr/>
    </dgm:pt>
    <dgm:pt modelId="{756B60A8-8EE4-4B65-9CA4-6F8E725B1821}" type="pres">
      <dgm:prSet presAssocID="{214930F4-D40E-4445-9D2E-5AF665F9B80A}" presName="sibTrans" presStyleCnt="0"/>
      <dgm:spPr/>
    </dgm:pt>
    <dgm:pt modelId="{AAA6803F-ABAD-4A9C-B71A-255A1D29A45C}" type="pres">
      <dgm:prSet presAssocID="{F4291728-4551-49A6-BB37-E0F362C3332D}" presName="compNode" presStyleCnt="0"/>
      <dgm:spPr/>
    </dgm:pt>
    <dgm:pt modelId="{9545C756-2155-4113-84D0-D7696A8FA69B}" type="pres">
      <dgm:prSet presAssocID="{F4291728-4551-49A6-BB37-E0F362C3332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47006AFA-F527-4EC1-A35B-D5A37C22D171}" type="pres">
      <dgm:prSet presAssocID="{F4291728-4551-49A6-BB37-E0F362C3332D}" presName="spaceRect" presStyleCnt="0"/>
      <dgm:spPr/>
    </dgm:pt>
    <dgm:pt modelId="{999BC139-FBD9-4166-8E4B-98F6E282324B}" type="pres">
      <dgm:prSet presAssocID="{F4291728-4551-49A6-BB37-E0F362C3332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EB92D40-2DC0-4424-B202-F640CEDC3328}" type="presOf" srcId="{10253618-09B6-4E26-863F-5FD1E7C7A2ED}" destId="{8F289088-3B85-414A-87CA-57BFA98D8810}" srcOrd="0" destOrd="0" presId="urn:microsoft.com/office/officeart/2018/2/layout/IconLabelList"/>
    <dgm:cxn modelId="{EA02F974-95EE-4C53-AE89-25B872902665}" srcId="{E7DFA657-5064-4AA6-9F90-0CF77B2F1B7F}" destId="{F4291728-4551-49A6-BB37-E0F362C3332D}" srcOrd="1" destOrd="0" parTransId="{9B2D5E14-F842-4078-AFDD-F1C65BB00006}" sibTransId="{337183C1-6AC5-4839-A7B7-3CDC027B31EA}"/>
    <dgm:cxn modelId="{93F858B0-D19A-4136-B263-2585B99C44B6}" type="presOf" srcId="{F4291728-4551-49A6-BB37-E0F362C3332D}" destId="{999BC139-FBD9-4166-8E4B-98F6E282324B}" srcOrd="0" destOrd="0" presId="urn:microsoft.com/office/officeart/2018/2/layout/IconLabelList"/>
    <dgm:cxn modelId="{206FA4C9-E1A1-44A8-9AD2-25F8A777D452}" srcId="{E7DFA657-5064-4AA6-9F90-0CF77B2F1B7F}" destId="{10253618-09B6-4E26-863F-5FD1E7C7A2ED}" srcOrd="0" destOrd="0" parTransId="{75D10680-4523-44DF-9B22-6709C78A5B23}" sibTransId="{214930F4-D40E-4445-9D2E-5AF665F9B80A}"/>
    <dgm:cxn modelId="{341893D6-D379-4E2A-AFDF-A534B4C73F0A}" type="presOf" srcId="{E7DFA657-5064-4AA6-9F90-0CF77B2F1B7F}" destId="{02DEB457-2292-453F-867A-35DC0540384E}" srcOrd="0" destOrd="0" presId="urn:microsoft.com/office/officeart/2018/2/layout/IconLabelList"/>
    <dgm:cxn modelId="{B4064074-A34F-4D3F-9B9A-9F7158AE8396}" type="presParOf" srcId="{02DEB457-2292-453F-867A-35DC0540384E}" destId="{8A379B6D-11DB-448C-BAA5-5EE6841C05CC}" srcOrd="0" destOrd="0" presId="urn:microsoft.com/office/officeart/2018/2/layout/IconLabelList"/>
    <dgm:cxn modelId="{78C65DA8-973E-4DC7-9E69-042066AEAF60}" type="presParOf" srcId="{8A379B6D-11DB-448C-BAA5-5EE6841C05CC}" destId="{4FE900F3-5D34-43E9-B7BC-060DB896905D}" srcOrd="0" destOrd="0" presId="urn:microsoft.com/office/officeart/2018/2/layout/IconLabelList"/>
    <dgm:cxn modelId="{3D2DD55B-92DE-4AC5-928E-95D2130B9E5F}" type="presParOf" srcId="{8A379B6D-11DB-448C-BAA5-5EE6841C05CC}" destId="{52FDAA37-950D-4366-8B21-DCBAF7354E2D}" srcOrd="1" destOrd="0" presId="urn:microsoft.com/office/officeart/2018/2/layout/IconLabelList"/>
    <dgm:cxn modelId="{0640F435-D646-4CFF-AD51-95F9B0A36D31}" type="presParOf" srcId="{8A379B6D-11DB-448C-BAA5-5EE6841C05CC}" destId="{8F289088-3B85-414A-87CA-57BFA98D8810}" srcOrd="2" destOrd="0" presId="urn:microsoft.com/office/officeart/2018/2/layout/IconLabelList"/>
    <dgm:cxn modelId="{B8276512-3B4F-4D05-B6C1-4412BE93D449}" type="presParOf" srcId="{02DEB457-2292-453F-867A-35DC0540384E}" destId="{756B60A8-8EE4-4B65-9CA4-6F8E725B1821}" srcOrd="1" destOrd="0" presId="urn:microsoft.com/office/officeart/2018/2/layout/IconLabelList"/>
    <dgm:cxn modelId="{8D30ABE3-0011-46EE-A38B-ADEAFE5B1641}" type="presParOf" srcId="{02DEB457-2292-453F-867A-35DC0540384E}" destId="{AAA6803F-ABAD-4A9C-B71A-255A1D29A45C}" srcOrd="2" destOrd="0" presId="urn:microsoft.com/office/officeart/2018/2/layout/IconLabelList"/>
    <dgm:cxn modelId="{F9D4188A-B76A-47BA-BE2C-4FDECC5555AE}" type="presParOf" srcId="{AAA6803F-ABAD-4A9C-B71A-255A1D29A45C}" destId="{9545C756-2155-4113-84D0-D7696A8FA69B}" srcOrd="0" destOrd="0" presId="urn:microsoft.com/office/officeart/2018/2/layout/IconLabelList"/>
    <dgm:cxn modelId="{F3919448-13ED-4B52-ADE6-BE08E024776B}" type="presParOf" srcId="{AAA6803F-ABAD-4A9C-B71A-255A1D29A45C}" destId="{47006AFA-F527-4EC1-A35B-D5A37C22D171}" srcOrd="1" destOrd="0" presId="urn:microsoft.com/office/officeart/2018/2/layout/IconLabelList"/>
    <dgm:cxn modelId="{09627040-6BE2-436B-8633-B09A96BEEB7B}" type="presParOf" srcId="{AAA6803F-ABAD-4A9C-B71A-255A1D29A45C}" destId="{999BC139-FBD9-4166-8E4B-98F6E282324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8C2B989-2488-4DD3-AE47-F66ED1EB6E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2D6368-C2BA-4D03-AC87-D43506CA8D4D}">
      <dgm:prSet/>
      <dgm:spPr/>
      <dgm:t>
        <a:bodyPr/>
        <a:lstStyle/>
        <a:p>
          <a:r>
            <a:rPr lang="en-US"/>
            <a:t>- Trigger retention offers after 3 service calls</a:t>
          </a:r>
        </a:p>
      </dgm:t>
    </dgm:pt>
    <dgm:pt modelId="{BB191818-52C3-4351-A167-1C634075AF16}" type="parTrans" cxnId="{70E02524-A8F2-4288-95E7-99AE0FA262AA}">
      <dgm:prSet/>
      <dgm:spPr/>
      <dgm:t>
        <a:bodyPr/>
        <a:lstStyle/>
        <a:p>
          <a:endParaRPr lang="en-US"/>
        </a:p>
      </dgm:t>
    </dgm:pt>
    <dgm:pt modelId="{EBFE1107-A005-4F58-B1AB-550217D53C09}" type="sibTrans" cxnId="{70E02524-A8F2-4288-95E7-99AE0FA262AA}">
      <dgm:prSet/>
      <dgm:spPr/>
      <dgm:t>
        <a:bodyPr/>
        <a:lstStyle/>
        <a:p>
          <a:endParaRPr lang="en-US"/>
        </a:p>
      </dgm:t>
    </dgm:pt>
    <dgm:pt modelId="{B74DD215-6DE3-4C86-883D-26D982BAE40F}">
      <dgm:prSet/>
      <dgm:spPr/>
      <dgm:t>
        <a:bodyPr/>
        <a:lstStyle/>
        <a:p>
          <a:r>
            <a:rPr lang="en-US"/>
            <a:t>- Improve customer service resolution speed</a:t>
          </a:r>
        </a:p>
      </dgm:t>
    </dgm:pt>
    <dgm:pt modelId="{A4F3ABC9-0C9C-474F-82CD-604C32901360}" type="parTrans" cxnId="{41F9111F-2E88-4F1B-9320-E7F2E750BB72}">
      <dgm:prSet/>
      <dgm:spPr/>
      <dgm:t>
        <a:bodyPr/>
        <a:lstStyle/>
        <a:p>
          <a:endParaRPr lang="en-US"/>
        </a:p>
      </dgm:t>
    </dgm:pt>
    <dgm:pt modelId="{CE90BAAA-C435-4925-9D81-CEC7DD4E1B42}" type="sibTrans" cxnId="{41F9111F-2E88-4F1B-9320-E7F2E750BB72}">
      <dgm:prSet/>
      <dgm:spPr/>
      <dgm:t>
        <a:bodyPr/>
        <a:lstStyle/>
        <a:p>
          <a:endParaRPr lang="en-US"/>
        </a:p>
      </dgm:t>
    </dgm:pt>
    <dgm:pt modelId="{291B1F40-0A1E-4B75-AA2F-3DA46DD06B0E}">
      <dgm:prSet/>
      <dgm:spPr/>
      <dgm:t>
        <a:bodyPr/>
        <a:lstStyle/>
        <a:p>
          <a:r>
            <a:rPr lang="en-US"/>
            <a:t>- Review international plan pricing</a:t>
          </a:r>
        </a:p>
      </dgm:t>
    </dgm:pt>
    <dgm:pt modelId="{433F0E9F-8821-4BDC-8131-EC8B361EF7AB}" type="parTrans" cxnId="{857AFCDA-01C0-4AF2-A7FF-D7742C3E63A1}">
      <dgm:prSet/>
      <dgm:spPr/>
      <dgm:t>
        <a:bodyPr/>
        <a:lstStyle/>
        <a:p>
          <a:endParaRPr lang="en-US"/>
        </a:p>
      </dgm:t>
    </dgm:pt>
    <dgm:pt modelId="{EEC02B38-3A31-41A0-9A9D-484E19427EF3}" type="sibTrans" cxnId="{857AFCDA-01C0-4AF2-A7FF-D7742C3E63A1}">
      <dgm:prSet/>
      <dgm:spPr/>
      <dgm:t>
        <a:bodyPr/>
        <a:lstStyle/>
        <a:p>
          <a:endParaRPr lang="en-US"/>
        </a:p>
      </dgm:t>
    </dgm:pt>
    <dgm:pt modelId="{8990C924-9361-4733-8581-660AE635A085}">
      <dgm:prSet/>
      <dgm:spPr/>
      <dgm:t>
        <a:bodyPr/>
        <a:lstStyle/>
        <a:p>
          <a:r>
            <a:rPr lang="en-US"/>
            <a:t>- Introduce loyalty milestone programs</a:t>
          </a:r>
        </a:p>
      </dgm:t>
    </dgm:pt>
    <dgm:pt modelId="{E7144F0D-AD06-47CC-993D-491DE247CB15}" type="parTrans" cxnId="{857784E6-6FE2-4A93-B617-FF0ABD8916FB}">
      <dgm:prSet/>
      <dgm:spPr/>
      <dgm:t>
        <a:bodyPr/>
        <a:lstStyle/>
        <a:p>
          <a:endParaRPr lang="en-US"/>
        </a:p>
      </dgm:t>
    </dgm:pt>
    <dgm:pt modelId="{FCC97EFC-3764-403D-A001-C43DADFFB772}" type="sibTrans" cxnId="{857784E6-6FE2-4A93-B617-FF0ABD8916FB}">
      <dgm:prSet/>
      <dgm:spPr/>
      <dgm:t>
        <a:bodyPr/>
        <a:lstStyle/>
        <a:p>
          <a:endParaRPr lang="en-US"/>
        </a:p>
      </dgm:t>
    </dgm:pt>
    <dgm:pt modelId="{7E416CD4-5AD3-4F8C-AC15-22B9E8DAFC1D}">
      <dgm:prSet/>
      <dgm:spPr/>
      <dgm:t>
        <a:bodyPr/>
        <a:lstStyle/>
        <a:p>
          <a:r>
            <a:rPr lang="en-US"/>
            <a:t>- Promote voice mail plan adoption</a:t>
          </a:r>
        </a:p>
      </dgm:t>
    </dgm:pt>
    <dgm:pt modelId="{EB531E63-37EF-413C-9761-F93A6C354375}" type="parTrans" cxnId="{6C14D23E-3C79-439D-B1B2-83CAC592C78C}">
      <dgm:prSet/>
      <dgm:spPr/>
      <dgm:t>
        <a:bodyPr/>
        <a:lstStyle/>
        <a:p>
          <a:endParaRPr lang="en-US"/>
        </a:p>
      </dgm:t>
    </dgm:pt>
    <dgm:pt modelId="{6DF8D997-1440-4913-9229-2A620629916D}" type="sibTrans" cxnId="{6C14D23E-3C79-439D-B1B2-83CAC592C78C}">
      <dgm:prSet/>
      <dgm:spPr/>
      <dgm:t>
        <a:bodyPr/>
        <a:lstStyle/>
        <a:p>
          <a:endParaRPr lang="en-US"/>
        </a:p>
      </dgm:t>
    </dgm:pt>
    <dgm:pt modelId="{2397BCA2-B780-431A-B4B9-6AD0803246A4}" type="pres">
      <dgm:prSet presAssocID="{78C2B989-2488-4DD3-AE47-F66ED1EB6E58}" presName="root" presStyleCnt="0">
        <dgm:presLayoutVars>
          <dgm:dir/>
          <dgm:resizeHandles val="exact"/>
        </dgm:presLayoutVars>
      </dgm:prSet>
      <dgm:spPr/>
    </dgm:pt>
    <dgm:pt modelId="{019969E4-FBFC-41B2-807A-C8B7C9946EA6}" type="pres">
      <dgm:prSet presAssocID="{992D6368-C2BA-4D03-AC87-D43506CA8D4D}" presName="compNode" presStyleCnt="0"/>
      <dgm:spPr/>
    </dgm:pt>
    <dgm:pt modelId="{0C4315E7-DE6D-44E8-9CED-526D9005C42B}" type="pres">
      <dgm:prSet presAssocID="{992D6368-C2BA-4D03-AC87-D43506CA8D4D}" presName="bgRect" presStyleLbl="bgShp" presStyleIdx="0" presStyleCnt="5"/>
      <dgm:spPr/>
    </dgm:pt>
    <dgm:pt modelId="{5B27D280-4461-4F3F-B024-481279AD458E}" type="pres">
      <dgm:prSet presAssocID="{992D6368-C2BA-4D03-AC87-D43506CA8D4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8EBC5C36-30FA-475A-906B-77ECB0E350B2}" type="pres">
      <dgm:prSet presAssocID="{992D6368-C2BA-4D03-AC87-D43506CA8D4D}" presName="spaceRect" presStyleCnt="0"/>
      <dgm:spPr/>
    </dgm:pt>
    <dgm:pt modelId="{06B36CAE-2736-440A-B9AE-E19D21AD2337}" type="pres">
      <dgm:prSet presAssocID="{992D6368-C2BA-4D03-AC87-D43506CA8D4D}" presName="parTx" presStyleLbl="revTx" presStyleIdx="0" presStyleCnt="5">
        <dgm:presLayoutVars>
          <dgm:chMax val="0"/>
          <dgm:chPref val="0"/>
        </dgm:presLayoutVars>
      </dgm:prSet>
      <dgm:spPr/>
    </dgm:pt>
    <dgm:pt modelId="{A9544F92-1102-4EBB-88AA-549698962F46}" type="pres">
      <dgm:prSet presAssocID="{EBFE1107-A005-4F58-B1AB-550217D53C09}" presName="sibTrans" presStyleCnt="0"/>
      <dgm:spPr/>
    </dgm:pt>
    <dgm:pt modelId="{6BE4D7FE-9EAA-4E74-85AA-389ACDBF4362}" type="pres">
      <dgm:prSet presAssocID="{B74DD215-6DE3-4C86-883D-26D982BAE40F}" presName="compNode" presStyleCnt="0"/>
      <dgm:spPr/>
    </dgm:pt>
    <dgm:pt modelId="{DF7588B8-7585-4D5A-9B91-9B7C9C057CEF}" type="pres">
      <dgm:prSet presAssocID="{B74DD215-6DE3-4C86-883D-26D982BAE40F}" presName="bgRect" presStyleLbl="bgShp" presStyleIdx="1" presStyleCnt="5"/>
      <dgm:spPr/>
    </dgm:pt>
    <dgm:pt modelId="{6960880D-830D-4B3E-B5AE-3DCBC1D8BDF3}" type="pres">
      <dgm:prSet presAssocID="{B74DD215-6DE3-4C86-883D-26D982BAE40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BF6B960-F37D-49B0-A365-B12F1911B76D}" type="pres">
      <dgm:prSet presAssocID="{B74DD215-6DE3-4C86-883D-26D982BAE40F}" presName="spaceRect" presStyleCnt="0"/>
      <dgm:spPr/>
    </dgm:pt>
    <dgm:pt modelId="{4A7124B1-85CA-44D2-8E0E-5F00EF39359A}" type="pres">
      <dgm:prSet presAssocID="{B74DD215-6DE3-4C86-883D-26D982BAE40F}" presName="parTx" presStyleLbl="revTx" presStyleIdx="1" presStyleCnt="5">
        <dgm:presLayoutVars>
          <dgm:chMax val="0"/>
          <dgm:chPref val="0"/>
        </dgm:presLayoutVars>
      </dgm:prSet>
      <dgm:spPr/>
    </dgm:pt>
    <dgm:pt modelId="{5AADA837-3AEB-479B-9C2E-F418446E13A8}" type="pres">
      <dgm:prSet presAssocID="{CE90BAAA-C435-4925-9D81-CEC7DD4E1B42}" presName="sibTrans" presStyleCnt="0"/>
      <dgm:spPr/>
    </dgm:pt>
    <dgm:pt modelId="{F95F99AC-D547-47AA-A512-9825B630F0EE}" type="pres">
      <dgm:prSet presAssocID="{291B1F40-0A1E-4B75-AA2F-3DA46DD06B0E}" presName="compNode" presStyleCnt="0"/>
      <dgm:spPr/>
    </dgm:pt>
    <dgm:pt modelId="{A38390A4-6A74-465A-A308-7D093672BDE7}" type="pres">
      <dgm:prSet presAssocID="{291B1F40-0A1E-4B75-AA2F-3DA46DD06B0E}" presName="bgRect" presStyleLbl="bgShp" presStyleIdx="2" presStyleCnt="5"/>
      <dgm:spPr/>
    </dgm:pt>
    <dgm:pt modelId="{27FCFC4A-A8C7-4586-9262-CEA689DE5EB2}" type="pres">
      <dgm:prSet presAssocID="{291B1F40-0A1E-4B75-AA2F-3DA46DD06B0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C400C90-11DB-4D7A-B958-72025B643F07}" type="pres">
      <dgm:prSet presAssocID="{291B1F40-0A1E-4B75-AA2F-3DA46DD06B0E}" presName="spaceRect" presStyleCnt="0"/>
      <dgm:spPr/>
    </dgm:pt>
    <dgm:pt modelId="{6554B248-C54F-48A9-9BF1-E4728D9EAB1B}" type="pres">
      <dgm:prSet presAssocID="{291B1F40-0A1E-4B75-AA2F-3DA46DD06B0E}" presName="parTx" presStyleLbl="revTx" presStyleIdx="2" presStyleCnt="5">
        <dgm:presLayoutVars>
          <dgm:chMax val="0"/>
          <dgm:chPref val="0"/>
        </dgm:presLayoutVars>
      </dgm:prSet>
      <dgm:spPr/>
    </dgm:pt>
    <dgm:pt modelId="{4BF4C811-324E-417A-9FE3-BB021E30E32F}" type="pres">
      <dgm:prSet presAssocID="{EEC02B38-3A31-41A0-9A9D-484E19427EF3}" presName="sibTrans" presStyleCnt="0"/>
      <dgm:spPr/>
    </dgm:pt>
    <dgm:pt modelId="{26FB9D6F-2F6D-4B95-A5B8-B020055DA4F1}" type="pres">
      <dgm:prSet presAssocID="{8990C924-9361-4733-8581-660AE635A085}" presName="compNode" presStyleCnt="0"/>
      <dgm:spPr/>
    </dgm:pt>
    <dgm:pt modelId="{1500FD27-F058-4458-ACB0-59D6969C9039}" type="pres">
      <dgm:prSet presAssocID="{8990C924-9361-4733-8581-660AE635A085}" presName="bgRect" presStyleLbl="bgShp" presStyleIdx="3" presStyleCnt="5"/>
      <dgm:spPr/>
    </dgm:pt>
    <dgm:pt modelId="{4FD22293-4F7A-4178-8227-D3A280D5930A}" type="pres">
      <dgm:prSet presAssocID="{8990C924-9361-4733-8581-660AE635A08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09B18EC-BAA5-41A6-A163-E269C9E3AC34}" type="pres">
      <dgm:prSet presAssocID="{8990C924-9361-4733-8581-660AE635A085}" presName="spaceRect" presStyleCnt="0"/>
      <dgm:spPr/>
    </dgm:pt>
    <dgm:pt modelId="{913963B1-6461-4D20-B182-2D6AA528E0B1}" type="pres">
      <dgm:prSet presAssocID="{8990C924-9361-4733-8581-660AE635A085}" presName="parTx" presStyleLbl="revTx" presStyleIdx="3" presStyleCnt="5">
        <dgm:presLayoutVars>
          <dgm:chMax val="0"/>
          <dgm:chPref val="0"/>
        </dgm:presLayoutVars>
      </dgm:prSet>
      <dgm:spPr/>
    </dgm:pt>
    <dgm:pt modelId="{D3E43609-4F44-4D44-9201-DB76D5A70DD9}" type="pres">
      <dgm:prSet presAssocID="{FCC97EFC-3764-403D-A001-C43DADFFB772}" presName="sibTrans" presStyleCnt="0"/>
      <dgm:spPr/>
    </dgm:pt>
    <dgm:pt modelId="{30348558-629C-4904-8112-A7E4126872A2}" type="pres">
      <dgm:prSet presAssocID="{7E416CD4-5AD3-4F8C-AC15-22B9E8DAFC1D}" presName="compNode" presStyleCnt="0"/>
      <dgm:spPr/>
    </dgm:pt>
    <dgm:pt modelId="{3B3DAAB8-3C35-4261-8A4D-E1A8C1C55228}" type="pres">
      <dgm:prSet presAssocID="{7E416CD4-5AD3-4F8C-AC15-22B9E8DAFC1D}" presName="bgRect" presStyleLbl="bgShp" presStyleIdx="4" presStyleCnt="5"/>
      <dgm:spPr/>
    </dgm:pt>
    <dgm:pt modelId="{98904467-F85E-4E0D-BD38-E21377160B30}" type="pres">
      <dgm:prSet presAssocID="{7E416CD4-5AD3-4F8C-AC15-22B9E8DAFC1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E8C138FD-71E9-4E2F-B0E9-496C86702B5E}" type="pres">
      <dgm:prSet presAssocID="{7E416CD4-5AD3-4F8C-AC15-22B9E8DAFC1D}" presName="spaceRect" presStyleCnt="0"/>
      <dgm:spPr/>
    </dgm:pt>
    <dgm:pt modelId="{CD1B2D48-A0F8-4D85-B97A-21DBD4D1D265}" type="pres">
      <dgm:prSet presAssocID="{7E416CD4-5AD3-4F8C-AC15-22B9E8DAFC1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75B2709-CEF2-446C-A8B2-37D0AF8BC072}" type="presOf" srcId="{291B1F40-0A1E-4B75-AA2F-3DA46DD06B0E}" destId="{6554B248-C54F-48A9-9BF1-E4728D9EAB1B}" srcOrd="0" destOrd="0" presId="urn:microsoft.com/office/officeart/2018/2/layout/IconVerticalSolidList"/>
    <dgm:cxn modelId="{29175A0B-5F30-443F-87A7-7B5DC0481FC9}" type="presOf" srcId="{7E416CD4-5AD3-4F8C-AC15-22B9E8DAFC1D}" destId="{CD1B2D48-A0F8-4D85-B97A-21DBD4D1D265}" srcOrd="0" destOrd="0" presId="urn:microsoft.com/office/officeart/2018/2/layout/IconVerticalSolidList"/>
    <dgm:cxn modelId="{41F9111F-2E88-4F1B-9320-E7F2E750BB72}" srcId="{78C2B989-2488-4DD3-AE47-F66ED1EB6E58}" destId="{B74DD215-6DE3-4C86-883D-26D982BAE40F}" srcOrd="1" destOrd="0" parTransId="{A4F3ABC9-0C9C-474F-82CD-604C32901360}" sibTransId="{CE90BAAA-C435-4925-9D81-CEC7DD4E1B42}"/>
    <dgm:cxn modelId="{70E02524-A8F2-4288-95E7-99AE0FA262AA}" srcId="{78C2B989-2488-4DD3-AE47-F66ED1EB6E58}" destId="{992D6368-C2BA-4D03-AC87-D43506CA8D4D}" srcOrd="0" destOrd="0" parTransId="{BB191818-52C3-4351-A167-1C634075AF16}" sibTransId="{EBFE1107-A005-4F58-B1AB-550217D53C09}"/>
    <dgm:cxn modelId="{6C14D23E-3C79-439D-B1B2-83CAC592C78C}" srcId="{78C2B989-2488-4DD3-AE47-F66ED1EB6E58}" destId="{7E416CD4-5AD3-4F8C-AC15-22B9E8DAFC1D}" srcOrd="4" destOrd="0" parTransId="{EB531E63-37EF-413C-9761-F93A6C354375}" sibTransId="{6DF8D997-1440-4913-9229-2A620629916D}"/>
    <dgm:cxn modelId="{F0C1276D-1E9E-4D06-9C5A-34CE4D8CA0F8}" type="presOf" srcId="{8990C924-9361-4733-8581-660AE635A085}" destId="{913963B1-6461-4D20-B182-2D6AA528E0B1}" srcOrd="0" destOrd="0" presId="urn:microsoft.com/office/officeart/2018/2/layout/IconVerticalSolidList"/>
    <dgm:cxn modelId="{339E7959-8087-49EE-AE2E-F7E086EC926B}" type="presOf" srcId="{78C2B989-2488-4DD3-AE47-F66ED1EB6E58}" destId="{2397BCA2-B780-431A-B4B9-6AD0803246A4}" srcOrd="0" destOrd="0" presId="urn:microsoft.com/office/officeart/2018/2/layout/IconVerticalSolidList"/>
    <dgm:cxn modelId="{963A0C98-C112-4A6E-908C-2FAC3F45298B}" type="presOf" srcId="{B74DD215-6DE3-4C86-883D-26D982BAE40F}" destId="{4A7124B1-85CA-44D2-8E0E-5F00EF39359A}" srcOrd="0" destOrd="0" presId="urn:microsoft.com/office/officeart/2018/2/layout/IconVerticalSolidList"/>
    <dgm:cxn modelId="{D1276CB9-5578-4CED-8654-6E24D021DAA0}" type="presOf" srcId="{992D6368-C2BA-4D03-AC87-D43506CA8D4D}" destId="{06B36CAE-2736-440A-B9AE-E19D21AD2337}" srcOrd="0" destOrd="0" presId="urn:microsoft.com/office/officeart/2018/2/layout/IconVerticalSolidList"/>
    <dgm:cxn modelId="{857AFCDA-01C0-4AF2-A7FF-D7742C3E63A1}" srcId="{78C2B989-2488-4DD3-AE47-F66ED1EB6E58}" destId="{291B1F40-0A1E-4B75-AA2F-3DA46DD06B0E}" srcOrd="2" destOrd="0" parTransId="{433F0E9F-8821-4BDC-8131-EC8B361EF7AB}" sibTransId="{EEC02B38-3A31-41A0-9A9D-484E19427EF3}"/>
    <dgm:cxn modelId="{857784E6-6FE2-4A93-B617-FF0ABD8916FB}" srcId="{78C2B989-2488-4DD3-AE47-F66ED1EB6E58}" destId="{8990C924-9361-4733-8581-660AE635A085}" srcOrd="3" destOrd="0" parTransId="{E7144F0D-AD06-47CC-993D-491DE247CB15}" sibTransId="{FCC97EFC-3764-403D-A001-C43DADFFB772}"/>
    <dgm:cxn modelId="{FAA285F3-1B17-4D18-AABE-DB1FED4BDFB6}" type="presParOf" srcId="{2397BCA2-B780-431A-B4B9-6AD0803246A4}" destId="{019969E4-FBFC-41B2-807A-C8B7C9946EA6}" srcOrd="0" destOrd="0" presId="urn:microsoft.com/office/officeart/2018/2/layout/IconVerticalSolidList"/>
    <dgm:cxn modelId="{1C34B9A9-2540-41C2-AF8C-83466A221C44}" type="presParOf" srcId="{019969E4-FBFC-41B2-807A-C8B7C9946EA6}" destId="{0C4315E7-DE6D-44E8-9CED-526D9005C42B}" srcOrd="0" destOrd="0" presId="urn:microsoft.com/office/officeart/2018/2/layout/IconVerticalSolidList"/>
    <dgm:cxn modelId="{ACD29BBE-258D-4702-93DE-FF320C3260E7}" type="presParOf" srcId="{019969E4-FBFC-41B2-807A-C8B7C9946EA6}" destId="{5B27D280-4461-4F3F-B024-481279AD458E}" srcOrd="1" destOrd="0" presId="urn:microsoft.com/office/officeart/2018/2/layout/IconVerticalSolidList"/>
    <dgm:cxn modelId="{AEB3E2DF-8A77-43D1-AF1A-B3175B4E7E19}" type="presParOf" srcId="{019969E4-FBFC-41B2-807A-C8B7C9946EA6}" destId="{8EBC5C36-30FA-475A-906B-77ECB0E350B2}" srcOrd="2" destOrd="0" presId="urn:microsoft.com/office/officeart/2018/2/layout/IconVerticalSolidList"/>
    <dgm:cxn modelId="{58368CEC-C689-46DD-B02C-8B606226E060}" type="presParOf" srcId="{019969E4-FBFC-41B2-807A-C8B7C9946EA6}" destId="{06B36CAE-2736-440A-B9AE-E19D21AD2337}" srcOrd="3" destOrd="0" presId="urn:microsoft.com/office/officeart/2018/2/layout/IconVerticalSolidList"/>
    <dgm:cxn modelId="{0C74EE91-B357-448B-8BEF-A774A3D74C92}" type="presParOf" srcId="{2397BCA2-B780-431A-B4B9-6AD0803246A4}" destId="{A9544F92-1102-4EBB-88AA-549698962F46}" srcOrd="1" destOrd="0" presId="urn:microsoft.com/office/officeart/2018/2/layout/IconVerticalSolidList"/>
    <dgm:cxn modelId="{D91E252D-8FC4-43C5-AFF3-4E02B1050407}" type="presParOf" srcId="{2397BCA2-B780-431A-B4B9-6AD0803246A4}" destId="{6BE4D7FE-9EAA-4E74-85AA-389ACDBF4362}" srcOrd="2" destOrd="0" presId="urn:microsoft.com/office/officeart/2018/2/layout/IconVerticalSolidList"/>
    <dgm:cxn modelId="{EC2B37A3-B26F-4381-BE33-5E7E2EA64F61}" type="presParOf" srcId="{6BE4D7FE-9EAA-4E74-85AA-389ACDBF4362}" destId="{DF7588B8-7585-4D5A-9B91-9B7C9C057CEF}" srcOrd="0" destOrd="0" presId="urn:microsoft.com/office/officeart/2018/2/layout/IconVerticalSolidList"/>
    <dgm:cxn modelId="{F1EA3C89-2AFB-44D0-A701-48B69192D509}" type="presParOf" srcId="{6BE4D7FE-9EAA-4E74-85AA-389ACDBF4362}" destId="{6960880D-830D-4B3E-B5AE-3DCBC1D8BDF3}" srcOrd="1" destOrd="0" presId="urn:microsoft.com/office/officeart/2018/2/layout/IconVerticalSolidList"/>
    <dgm:cxn modelId="{21DE6594-E026-40CA-94A7-064083A2A091}" type="presParOf" srcId="{6BE4D7FE-9EAA-4E74-85AA-389ACDBF4362}" destId="{7BF6B960-F37D-49B0-A365-B12F1911B76D}" srcOrd="2" destOrd="0" presId="urn:microsoft.com/office/officeart/2018/2/layout/IconVerticalSolidList"/>
    <dgm:cxn modelId="{F2D32F84-C27E-4ED8-912D-65DC5E82594B}" type="presParOf" srcId="{6BE4D7FE-9EAA-4E74-85AA-389ACDBF4362}" destId="{4A7124B1-85CA-44D2-8E0E-5F00EF39359A}" srcOrd="3" destOrd="0" presId="urn:microsoft.com/office/officeart/2018/2/layout/IconVerticalSolidList"/>
    <dgm:cxn modelId="{93448D52-5B06-46B4-99C3-4FDA450B0A3F}" type="presParOf" srcId="{2397BCA2-B780-431A-B4B9-6AD0803246A4}" destId="{5AADA837-3AEB-479B-9C2E-F418446E13A8}" srcOrd="3" destOrd="0" presId="urn:microsoft.com/office/officeart/2018/2/layout/IconVerticalSolidList"/>
    <dgm:cxn modelId="{DAFD1B32-8D31-4C4E-BFB9-EB9A282821F3}" type="presParOf" srcId="{2397BCA2-B780-431A-B4B9-6AD0803246A4}" destId="{F95F99AC-D547-47AA-A512-9825B630F0EE}" srcOrd="4" destOrd="0" presId="urn:microsoft.com/office/officeart/2018/2/layout/IconVerticalSolidList"/>
    <dgm:cxn modelId="{771537A3-5B59-40B6-BB46-4F07F52D1398}" type="presParOf" srcId="{F95F99AC-D547-47AA-A512-9825B630F0EE}" destId="{A38390A4-6A74-465A-A308-7D093672BDE7}" srcOrd="0" destOrd="0" presId="urn:microsoft.com/office/officeart/2018/2/layout/IconVerticalSolidList"/>
    <dgm:cxn modelId="{4DF60F8D-E7B8-4260-9E63-F52829D8663E}" type="presParOf" srcId="{F95F99AC-D547-47AA-A512-9825B630F0EE}" destId="{27FCFC4A-A8C7-4586-9262-CEA689DE5EB2}" srcOrd="1" destOrd="0" presId="urn:microsoft.com/office/officeart/2018/2/layout/IconVerticalSolidList"/>
    <dgm:cxn modelId="{CB18DDD0-F895-4066-979E-E740134DFB09}" type="presParOf" srcId="{F95F99AC-D547-47AA-A512-9825B630F0EE}" destId="{DC400C90-11DB-4D7A-B958-72025B643F07}" srcOrd="2" destOrd="0" presId="urn:microsoft.com/office/officeart/2018/2/layout/IconVerticalSolidList"/>
    <dgm:cxn modelId="{A3DA58C3-3BA2-4563-8E1F-CFFAF5FD364B}" type="presParOf" srcId="{F95F99AC-D547-47AA-A512-9825B630F0EE}" destId="{6554B248-C54F-48A9-9BF1-E4728D9EAB1B}" srcOrd="3" destOrd="0" presId="urn:microsoft.com/office/officeart/2018/2/layout/IconVerticalSolidList"/>
    <dgm:cxn modelId="{073FE758-82F4-42A7-A761-8E1043CF5AFB}" type="presParOf" srcId="{2397BCA2-B780-431A-B4B9-6AD0803246A4}" destId="{4BF4C811-324E-417A-9FE3-BB021E30E32F}" srcOrd="5" destOrd="0" presId="urn:microsoft.com/office/officeart/2018/2/layout/IconVerticalSolidList"/>
    <dgm:cxn modelId="{9F8E88B7-0580-467F-81DC-D71E31278331}" type="presParOf" srcId="{2397BCA2-B780-431A-B4B9-6AD0803246A4}" destId="{26FB9D6F-2F6D-4B95-A5B8-B020055DA4F1}" srcOrd="6" destOrd="0" presId="urn:microsoft.com/office/officeart/2018/2/layout/IconVerticalSolidList"/>
    <dgm:cxn modelId="{045E6DA3-BCA8-4E42-8CA1-A99B60BDE5BE}" type="presParOf" srcId="{26FB9D6F-2F6D-4B95-A5B8-B020055DA4F1}" destId="{1500FD27-F058-4458-ACB0-59D6969C9039}" srcOrd="0" destOrd="0" presId="urn:microsoft.com/office/officeart/2018/2/layout/IconVerticalSolidList"/>
    <dgm:cxn modelId="{01074547-EFEA-4167-B3FB-98153110BAAA}" type="presParOf" srcId="{26FB9D6F-2F6D-4B95-A5B8-B020055DA4F1}" destId="{4FD22293-4F7A-4178-8227-D3A280D5930A}" srcOrd="1" destOrd="0" presId="urn:microsoft.com/office/officeart/2018/2/layout/IconVerticalSolidList"/>
    <dgm:cxn modelId="{8A79DCA9-DE88-4525-80A5-BD5EAAED3B96}" type="presParOf" srcId="{26FB9D6F-2F6D-4B95-A5B8-B020055DA4F1}" destId="{D09B18EC-BAA5-41A6-A163-E269C9E3AC34}" srcOrd="2" destOrd="0" presId="urn:microsoft.com/office/officeart/2018/2/layout/IconVerticalSolidList"/>
    <dgm:cxn modelId="{0D875CE1-51F7-4785-85C2-711F0EE5E036}" type="presParOf" srcId="{26FB9D6F-2F6D-4B95-A5B8-B020055DA4F1}" destId="{913963B1-6461-4D20-B182-2D6AA528E0B1}" srcOrd="3" destOrd="0" presId="urn:microsoft.com/office/officeart/2018/2/layout/IconVerticalSolidList"/>
    <dgm:cxn modelId="{4DC71033-50B9-493F-95C8-8BDA717F8103}" type="presParOf" srcId="{2397BCA2-B780-431A-B4B9-6AD0803246A4}" destId="{D3E43609-4F44-4D44-9201-DB76D5A70DD9}" srcOrd="7" destOrd="0" presId="urn:microsoft.com/office/officeart/2018/2/layout/IconVerticalSolidList"/>
    <dgm:cxn modelId="{DFF6588F-F967-4593-8585-0BBC3333D37A}" type="presParOf" srcId="{2397BCA2-B780-431A-B4B9-6AD0803246A4}" destId="{30348558-629C-4904-8112-A7E4126872A2}" srcOrd="8" destOrd="0" presId="urn:microsoft.com/office/officeart/2018/2/layout/IconVerticalSolidList"/>
    <dgm:cxn modelId="{DA8D3F2A-CE16-43DC-9268-ED37D57E7280}" type="presParOf" srcId="{30348558-629C-4904-8112-A7E4126872A2}" destId="{3B3DAAB8-3C35-4261-8A4D-E1A8C1C55228}" srcOrd="0" destOrd="0" presId="urn:microsoft.com/office/officeart/2018/2/layout/IconVerticalSolidList"/>
    <dgm:cxn modelId="{CBECB59B-DDCA-45B4-B7B7-42EF615D3DC7}" type="presParOf" srcId="{30348558-629C-4904-8112-A7E4126872A2}" destId="{98904467-F85E-4E0D-BD38-E21377160B30}" srcOrd="1" destOrd="0" presId="urn:microsoft.com/office/officeart/2018/2/layout/IconVerticalSolidList"/>
    <dgm:cxn modelId="{116843D4-AA8E-4713-A110-7B376F9E0370}" type="presParOf" srcId="{30348558-629C-4904-8112-A7E4126872A2}" destId="{E8C138FD-71E9-4E2F-B0E9-496C86702B5E}" srcOrd="2" destOrd="0" presId="urn:microsoft.com/office/officeart/2018/2/layout/IconVerticalSolidList"/>
    <dgm:cxn modelId="{FAB81008-04AE-4347-A067-77BDA2FBD237}" type="presParOf" srcId="{30348558-629C-4904-8112-A7E4126872A2}" destId="{CD1B2D48-A0F8-4D85-B97A-21DBD4D1D2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E44500A-67EE-429E-97E7-749406BC1A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97C0570C-7C6D-4C2D-B305-A504012843BA}">
      <dgm:prSet/>
      <dgm:spPr/>
      <dgm:t>
        <a:bodyPr/>
        <a:lstStyle/>
        <a:p>
          <a:r>
            <a:rPr lang="en-US"/>
            <a:t>High Risk: 3+ service calls, high charges</a:t>
          </a:r>
        </a:p>
      </dgm:t>
    </dgm:pt>
    <dgm:pt modelId="{AFA4CF79-1F35-43C4-B6E0-E2BD023F7547}" type="parTrans" cxnId="{91F28FA2-9FF3-421B-968F-33026A7305FE}">
      <dgm:prSet/>
      <dgm:spPr/>
      <dgm:t>
        <a:bodyPr/>
        <a:lstStyle/>
        <a:p>
          <a:endParaRPr lang="en-US"/>
        </a:p>
      </dgm:t>
    </dgm:pt>
    <dgm:pt modelId="{8083D1EC-C7ED-4A18-AC3D-2AB9D0ED5FD0}" type="sibTrans" cxnId="{91F28FA2-9FF3-421B-968F-33026A7305FE}">
      <dgm:prSet/>
      <dgm:spPr/>
      <dgm:t>
        <a:bodyPr/>
        <a:lstStyle/>
        <a:p>
          <a:endParaRPr lang="en-US"/>
        </a:p>
      </dgm:t>
    </dgm:pt>
    <dgm:pt modelId="{F55E8D92-CF59-46CA-B579-40E1446F3C01}">
      <dgm:prSet/>
      <dgm:spPr/>
      <dgm:t>
        <a:bodyPr/>
        <a:lstStyle/>
        <a:p>
          <a:r>
            <a:rPr lang="en-US"/>
            <a:t>Medium Risk: Moderate usage and complaints</a:t>
          </a:r>
        </a:p>
      </dgm:t>
    </dgm:pt>
    <dgm:pt modelId="{E656973D-EE7E-4EC7-841F-E52A3FEC84E3}" type="parTrans" cxnId="{672B1C1B-CACA-46F5-B5BF-39D235FDEAC4}">
      <dgm:prSet/>
      <dgm:spPr/>
      <dgm:t>
        <a:bodyPr/>
        <a:lstStyle/>
        <a:p>
          <a:endParaRPr lang="en-US"/>
        </a:p>
      </dgm:t>
    </dgm:pt>
    <dgm:pt modelId="{34A6D433-EA94-4BF1-9C1C-02E6F4F1841A}" type="sibTrans" cxnId="{672B1C1B-CACA-46F5-B5BF-39D235FDEAC4}">
      <dgm:prSet/>
      <dgm:spPr/>
      <dgm:t>
        <a:bodyPr/>
        <a:lstStyle/>
        <a:p>
          <a:endParaRPr lang="en-US"/>
        </a:p>
      </dgm:t>
    </dgm:pt>
    <dgm:pt modelId="{9B35086F-3831-4BAA-95DD-6098D9D87BC1}">
      <dgm:prSet/>
      <dgm:spPr/>
      <dgm:t>
        <a:bodyPr/>
        <a:lstStyle/>
        <a:p>
          <a:r>
            <a:rPr lang="en-US"/>
            <a:t>Low Risk: Long tenure and low complaints</a:t>
          </a:r>
        </a:p>
      </dgm:t>
    </dgm:pt>
    <dgm:pt modelId="{CC18D191-CA45-4F67-94C4-43D9B5A42474}" type="parTrans" cxnId="{400A19BB-8C5D-4B98-9C59-AA656AE9638E}">
      <dgm:prSet/>
      <dgm:spPr/>
      <dgm:t>
        <a:bodyPr/>
        <a:lstStyle/>
        <a:p>
          <a:endParaRPr lang="en-US"/>
        </a:p>
      </dgm:t>
    </dgm:pt>
    <dgm:pt modelId="{06823435-38BA-4E3B-B4EF-B13A7797A438}" type="sibTrans" cxnId="{400A19BB-8C5D-4B98-9C59-AA656AE9638E}">
      <dgm:prSet/>
      <dgm:spPr/>
      <dgm:t>
        <a:bodyPr/>
        <a:lstStyle/>
        <a:p>
          <a:endParaRPr lang="en-US"/>
        </a:p>
      </dgm:t>
    </dgm:pt>
    <dgm:pt modelId="{D017740D-A26C-4377-8537-DB157EE6F9F4}" type="pres">
      <dgm:prSet presAssocID="{DE44500A-67EE-429E-97E7-749406BC1ADC}" presName="root" presStyleCnt="0">
        <dgm:presLayoutVars>
          <dgm:dir/>
          <dgm:resizeHandles val="exact"/>
        </dgm:presLayoutVars>
      </dgm:prSet>
      <dgm:spPr/>
    </dgm:pt>
    <dgm:pt modelId="{DD8FF226-0FD3-499F-AF83-CD2B247C1170}" type="pres">
      <dgm:prSet presAssocID="{97C0570C-7C6D-4C2D-B305-A504012843BA}" presName="compNode" presStyleCnt="0"/>
      <dgm:spPr/>
    </dgm:pt>
    <dgm:pt modelId="{1ED02A52-B151-443B-BBFC-B1033E188C3B}" type="pres">
      <dgm:prSet presAssocID="{97C0570C-7C6D-4C2D-B305-A504012843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30EF803-56CF-499B-BE43-A1338507AC1B}" type="pres">
      <dgm:prSet presAssocID="{97C0570C-7C6D-4C2D-B305-A504012843BA}" presName="spaceRect" presStyleCnt="0"/>
      <dgm:spPr/>
    </dgm:pt>
    <dgm:pt modelId="{787BD2AE-05EC-4F96-9187-95D7152A8877}" type="pres">
      <dgm:prSet presAssocID="{97C0570C-7C6D-4C2D-B305-A504012843BA}" presName="textRect" presStyleLbl="revTx" presStyleIdx="0" presStyleCnt="3">
        <dgm:presLayoutVars>
          <dgm:chMax val="1"/>
          <dgm:chPref val="1"/>
        </dgm:presLayoutVars>
      </dgm:prSet>
      <dgm:spPr/>
    </dgm:pt>
    <dgm:pt modelId="{A6C858D0-B977-4663-BDE0-CFA27D196907}" type="pres">
      <dgm:prSet presAssocID="{8083D1EC-C7ED-4A18-AC3D-2AB9D0ED5FD0}" presName="sibTrans" presStyleCnt="0"/>
      <dgm:spPr/>
    </dgm:pt>
    <dgm:pt modelId="{255FEBF5-1E56-42E6-82D4-D00B1A6A4E35}" type="pres">
      <dgm:prSet presAssocID="{F55E8D92-CF59-46CA-B579-40E1446F3C01}" presName="compNode" presStyleCnt="0"/>
      <dgm:spPr/>
    </dgm:pt>
    <dgm:pt modelId="{E20BC3E8-E9EC-4F2C-AFA0-BFC43A55509E}" type="pres">
      <dgm:prSet presAssocID="{F55E8D92-CF59-46CA-B579-40E1446F3C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32208B8E-552B-42AD-B83B-91F5B56FC3B6}" type="pres">
      <dgm:prSet presAssocID="{F55E8D92-CF59-46CA-B579-40E1446F3C01}" presName="spaceRect" presStyleCnt="0"/>
      <dgm:spPr/>
    </dgm:pt>
    <dgm:pt modelId="{A92AF4BA-A3FE-4533-A723-D6D25CD3976C}" type="pres">
      <dgm:prSet presAssocID="{F55E8D92-CF59-46CA-B579-40E1446F3C01}" presName="textRect" presStyleLbl="revTx" presStyleIdx="1" presStyleCnt="3">
        <dgm:presLayoutVars>
          <dgm:chMax val="1"/>
          <dgm:chPref val="1"/>
        </dgm:presLayoutVars>
      </dgm:prSet>
      <dgm:spPr/>
    </dgm:pt>
    <dgm:pt modelId="{EA3B2144-4729-48CC-B694-CF459E06094A}" type="pres">
      <dgm:prSet presAssocID="{34A6D433-EA94-4BF1-9C1C-02E6F4F1841A}" presName="sibTrans" presStyleCnt="0"/>
      <dgm:spPr/>
    </dgm:pt>
    <dgm:pt modelId="{D504A249-064B-4747-8FAB-C90C557D5736}" type="pres">
      <dgm:prSet presAssocID="{9B35086F-3831-4BAA-95DD-6098D9D87BC1}" presName="compNode" presStyleCnt="0"/>
      <dgm:spPr/>
    </dgm:pt>
    <dgm:pt modelId="{FDA7B964-D7F2-4699-9A17-F11C52AFACED}" type="pres">
      <dgm:prSet presAssocID="{9B35086F-3831-4BAA-95DD-6098D9D87B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87DF269-E76C-4C96-BA48-1E47499FF57B}" type="pres">
      <dgm:prSet presAssocID="{9B35086F-3831-4BAA-95DD-6098D9D87BC1}" presName="spaceRect" presStyleCnt="0"/>
      <dgm:spPr/>
    </dgm:pt>
    <dgm:pt modelId="{DA106E63-0D60-430A-BB28-43AA2B21348A}" type="pres">
      <dgm:prSet presAssocID="{9B35086F-3831-4BAA-95DD-6098D9D87B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D31D00-1997-4991-BE65-59D4957170A5}" type="presOf" srcId="{F55E8D92-CF59-46CA-B579-40E1446F3C01}" destId="{A92AF4BA-A3FE-4533-A723-D6D25CD3976C}" srcOrd="0" destOrd="0" presId="urn:microsoft.com/office/officeart/2018/2/layout/IconLabelList"/>
    <dgm:cxn modelId="{E01BA00E-DE9A-4D32-84D7-1BE083F37B02}" type="presOf" srcId="{DE44500A-67EE-429E-97E7-749406BC1ADC}" destId="{D017740D-A26C-4377-8537-DB157EE6F9F4}" srcOrd="0" destOrd="0" presId="urn:microsoft.com/office/officeart/2018/2/layout/IconLabelList"/>
    <dgm:cxn modelId="{672B1C1B-CACA-46F5-B5BF-39D235FDEAC4}" srcId="{DE44500A-67EE-429E-97E7-749406BC1ADC}" destId="{F55E8D92-CF59-46CA-B579-40E1446F3C01}" srcOrd="1" destOrd="0" parTransId="{E656973D-EE7E-4EC7-841F-E52A3FEC84E3}" sibTransId="{34A6D433-EA94-4BF1-9C1C-02E6F4F1841A}"/>
    <dgm:cxn modelId="{91F28FA2-9FF3-421B-968F-33026A7305FE}" srcId="{DE44500A-67EE-429E-97E7-749406BC1ADC}" destId="{97C0570C-7C6D-4C2D-B305-A504012843BA}" srcOrd="0" destOrd="0" parTransId="{AFA4CF79-1F35-43C4-B6E0-E2BD023F7547}" sibTransId="{8083D1EC-C7ED-4A18-AC3D-2AB9D0ED5FD0}"/>
    <dgm:cxn modelId="{400A19BB-8C5D-4B98-9C59-AA656AE9638E}" srcId="{DE44500A-67EE-429E-97E7-749406BC1ADC}" destId="{9B35086F-3831-4BAA-95DD-6098D9D87BC1}" srcOrd="2" destOrd="0" parTransId="{CC18D191-CA45-4F67-94C4-43D9B5A42474}" sibTransId="{06823435-38BA-4E3B-B4EF-B13A7797A438}"/>
    <dgm:cxn modelId="{003D51D1-B39B-4873-93F4-3FCE12624B20}" type="presOf" srcId="{97C0570C-7C6D-4C2D-B305-A504012843BA}" destId="{787BD2AE-05EC-4F96-9187-95D7152A8877}" srcOrd="0" destOrd="0" presId="urn:microsoft.com/office/officeart/2018/2/layout/IconLabelList"/>
    <dgm:cxn modelId="{C33761E8-9E00-4C10-A849-9C56ECEC7D46}" type="presOf" srcId="{9B35086F-3831-4BAA-95DD-6098D9D87BC1}" destId="{DA106E63-0D60-430A-BB28-43AA2B21348A}" srcOrd="0" destOrd="0" presId="urn:microsoft.com/office/officeart/2018/2/layout/IconLabelList"/>
    <dgm:cxn modelId="{5732B438-0913-464B-A286-32E6D6FAD37E}" type="presParOf" srcId="{D017740D-A26C-4377-8537-DB157EE6F9F4}" destId="{DD8FF226-0FD3-499F-AF83-CD2B247C1170}" srcOrd="0" destOrd="0" presId="urn:microsoft.com/office/officeart/2018/2/layout/IconLabelList"/>
    <dgm:cxn modelId="{DE04C1A9-8D67-43C4-8955-957F0264B1E3}" type="presParOf" srcId="{DD8FF226-0FD3-499F-AF83-CD2B247C1170}" destId="{1ED02A52-B151-443B-BBFC-B1033E188C3B}" srcOrd="0" destOrd="0" presId="urn:microsoft.com/office/officeart/2018/2/layout/IconLabelList"/>
    <dgm:cxn modelId="{488274AA-BBCB-482F-9207-AB7496CBEA65}" type="presParOf" srcId="{DD8FF226-0FD3-499F-AF83-CD2B247C1170}" destId="{B30EF803-56CF-499B-BE43-A1338507AC1B}" srcOrd="1" destOrd="0" presId="urn:microsoft.com/office/officeart/2018/2/layout/IconLabelList"/>
    <dgm:cxn modelId="{6195730F-CCFC-4C98-A0BA-3B6E25F090EA}" type="presParOf" srcId="{DD8FF226-0FD3-499F-AF83-CD2B247C1170}" destId="{787BD2AE-05EC-4F96-9187-95D7152A8877}" srcOrd="2" destOrd="0" presId="urn:microsoft.com/office/officeart/2018/2/layout/IconLabelList"/>
    <dgm:cxn modelId="{B5527F1E-DC86-4DD7-8266-5521C554BD35}" type="presParOf" srcId="{D017740D-A26C-4377-8537-DB157EE6F9F4}" destId="{A6C858D0-B977-4663-BDE0-CFA27D196907}" srcOrd="1" destOrd="0" presId="urn:microsoft.com/office/officeart/2018/2/layout/IconLabelList"/>
    <dgm:cxn modelId="{C270F153-EA88-41D4-99A0-FF0FADCF875C}" type="presParOf" srcId="{D017740D-A26C-4377-8537-DB157EE6F9F4}" destId="{255FEBF5-1E56-42E6-82D4-D00B1A6A4E35}" srcOrd="2" destOrd="0" presId="urn:microsoft.com/office/officeart/2018/2/layout/IconLabelList"/>
    <dgm:cxn modelId="{7E9E77BA-6459-4660-9A25-D9DD0E650F3B}" type="presParOf" srcId="{255FEBF5-1E56-42E6-82D4-D00B1A6A4E35}" destId="{E20BC3E8-E9EC-4F2C-AFA0-BFC43A55509E}" srcOrd="0" destOrd="0" presId="urn:microsoft.com/office/officeart/2018/2/layout/IconLabelList"/>
    <dgm:cxn modelId="{B581DFEC-78EC-4F67-8B0D-6607AC73AC92}" type="presParOf" srcId="{255FEBF5-1E56-42E6-82D4-D00B1A6A4E35}" destId="{32208B8E-552B-42AD-B83B-91F5B56FC3B6}" srcOrd="1" destOrd="0" presId="urn:microsoft.com/office/officeart/2018/2/layout/IconLabelList"/>
    <dgm:cxn modelId="{35D6C566-DAF6-4A16-9BD2-E2EC604A38A8}" type="presParOf" srcId="{255FEBF5-1E56-42E6-82D4-D00B1A6A4E35}" destId="{A92AF4BA-A3FE-4533-A723-D6D25CD3976C}" srcOrd="2" destOrd="0" presId="urn:microsoft.com/office/officeart/2018/2/layout/IconLabelList"/>
    <dgm:cxn modelId="{CDA03B96-E7BB-47E8-91BC-4F5975118957}" type="presParOf" srcId="{D017740D-A26C-4377-8537-DB157EE6F9F4}" destId="{EA3B2144-4729-48CC-B694-CF459E06094A}" srcOrd="3" destOrd="0" presId="urn:microsoft.com/office/officeart/2018/2/layout/IconLabelList"/>
    <dgm:cxn modelId="{D7D5C737-DF11-4537-B87E-7E3C61A42F48}" type="presParOf" srcId="{D017740D-A26C-4377-8537-DB157EE6F9F4}" destId="{D504A249-064B-4747-8FAB-C90C557D5736}" srcOrd="4" destOrd="0" presId="urn:microsoft.com/office/officeart/2018/2/layout/IconLabelList"/>
    <dgm:cxn modelId="{A9BD51A9-DEA0-4163-9307-2776484A95CB}" type="presParOf" srcId="{D504A249-064B-4747-8FAB-C90C557D5736}" destId="{FDA7B964-D7F2-4699-9A17-F11C52AFACED}" srcOrd="0" destOrd="0" presId="urn:microsoft.com/office/officeart/2018/2/layout/IconLabelList"/>
    <dgm:cxn modelId="{5ED8F141-0CAB-4724-8212-6E4D880EDF54}" type="presParOf" srcId="{D504A249-064B-4747-8FAB-C90C557D5736}" destId="{D87DF269-E76C-4C96-BA48-1E47499FF57B}" srcOrd="1" destOrd="0" presId="urn:microsoft.com/office/officeart/2018/2/layout/IconLabelList"/>
    <dgm:cxn modelId="{2BB3982F-43EA-43CE-BB5B-135F24395A10}" type="presParOf" srcId="{D504A249-064B-4747-8FAB-C90C557D5736}" destId="{DA106E63-0D60-430A-BB28-43AA2B2134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BB3AABB-610D-48A1-9422-5990068FDB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ED3BCA4-567C-40E0-B4BB-E92B39225FB6}">
      <dgm:prSet/>
      <dgm:spPr/>
      <dgm:t>
        <a:bodyPr/>
        <a:lstStyle/>
        <a:p>
          <a:r>
            <a:rPr lang="en-US"/>
            <a:t>Customer service experience and pricing are key churn drivers.</a:t>
          </a:r>
        </a:p>
      </dgm:t>
    </dgm:pt>
    <dgm:pt modelId="{FDC6AF1E-07AB-4586-9B5F-B5F48ED91850}" type="parTrans" cxnId="{77DDD5D7-966C-432F-A862-AEF5EBCD493C}">
      <dgm:prSet/>
      <dgm:spPr/>
      <dgm:t>
        <a:bodyPr/>
        <a:lstStyle/>
        <a:p>
          <a:endParaRPr lang="en-US"/>
        </a:p>
      </dgm:t>
    </dgm:pt>
    <dgm:pt modelId="{2EE325D8-243D-4351-8552-4FDC8A0BC265}" type="sibTrans" cxnId="{77DDD5D7-966C-432F-A862-AEF5EBCD493C}">
      <dgm:prSet/>
      <dgm:spPr/>
      <dgm:t>
        <a:bodyPr/>
        <a:lstStyle/>
        <a:p>
          <a:endParaRPr lang="en-US"/>
        </a:p>
      </dgm:t>
    </dgm:pt>
    <dgm:pt modelId="{ACB903DB-B823-4C5E-B815-7B1DB03DA8F3}">
      <dgm:prSet/>
      <dgm:spPr/>
      <dgm:t>
        <a:bodyPr/>
        <a:lstStyle/>
        <a:p>
          <a:r>
            <a:rPr lang="en-US"/>
            <a:t>Improving support resolution, reviewing pricing, and promoting value-added</a:t>
          </a:r>
        </a:p>
      </dgm:t>
    </dgm:pt>
    <dgm:pt modelId="{B439E25D-B7A6-4774-8CF4-51F5C641F6D2}" type="parTrans" cxnId="{DE08364C-D71F-4BBD-977D-69378FA14345}">
      <dgm:prSet/>
      <dgm:spPr/>
      <dgm:t>
        <a:bodyPr/>
        <a:lstStyle/>
        <a:p>
          <a:endParaRPr lang="en-US"/>
        </a:p>
      </dgm:t>
    </dgm:pt>
    <dgm:pt modelId="{01DB9E5B-32C9-46DB-BD02-4A0E3B47B38D}" type="sibTrans" cxnId="{DE08364C-D71F-4BBD-977D-69378FA14345}">
      <dgm:prSet/>
      <dgm:spPr/>
      <dgm:t>
        <a:bodyPr/>
        <a:lstStyle/>
        <a:p>
          <a:endParaRPr lang="en-US"/>
        </a:p>
      </dgm:t>
    </dgm:pt>
    <dgm:pt modelId="{EE6E8994-C6FD-4BF0-8D43-D8DDDC3C735B}">
      <dgm:prSet/>
      <dgm:spPr/>
      <dgm:t>
        <a:bodyPr/>
        <a:lstStyle/>
        <a:p>
          <a:r>
            <a:rPr lang="en-US"/>
            <a:t>services can significantly reduce churn and increase customer lifetime value.</a:t>
          </a:r>
        </a:p>
      </dgm:t>
    </dgm:pt>
    <dgm:pt modelId="{94DF649E-7FA5-47A8-A574-34CE3F11A07D}" type="parTrans" cxnId="{4756ED53-2A0A-434A-A987-2963B9390046}">
      <dgm:prSet/>
      <dgm:spPr/>
      <dgm:t>
        <a:bodyPr/>
        <a:lstStyle/>
        <a:p>
          <a:endParaRPr lang="en-US"/>
        </a:p>
      </dgm:t>
    </dgm:pt>
    <dgm:pt modelId="{083C96CA-03A9-481F-A34D-064D4F1CA961}" type="sibTrans" cxnId="{4756ED53-2A0A-434A-A987-2963B9390046}">
      <dgm:prSet/>
      <dgm:spPr/>
      <dgm:t>
        <a:bodyPr/>
        <a:lstStyle/>
        <a:p>
          <a:endParaRPr lang="en-US"/>
        </a:p>
      </dgm:t>
    </dgm:pt>
    <dgm:pt modelId="{183BD7ED-909D-4972-9ED5-4BCE0308344E}" type="pres">
      <dgm:prSet presAssocID="{BBB3AABB-610D-48A1-9422-5990068FDB7F}" presName="root" presStyleCnt="0">
        <dgm:presLayoutVars>
          <dgm:dir/>
          <dgm:resizeHandles val="exact"/>
        </dgm:presLayoutVars>
      </dgm:prSet>
      <dgm:spPr/>
    </dgm:pt>
    <dgm:pt modelId="{57BA4FB3-6069-4839-9AA9-D9B7A6147CCB}" type="pres">
      <dgm:prSet presAssocID="{EED3BCA4-567C-40E0-B4BB-E92B39225FB6}" presName="compNode" presStyleCnt="0"/>
      <dgm:spPr/>
    </dgm:pt>
    <dgm:pt modelId="{EDC4EA32-0329-40C6-BC02-0E9C72E2A02C}" type="pres">
      <dgm:prSet presAssocID="{EED3BCA4-567C-40E0-B4BB-E92B39225F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E521C5E1-6FAE-4764-BAE6-D329B709999F}" type="pres">
      <dgm:prSet presAssocID="{EED3BCA4-567C-40E0-B4BB-E92B39225FB6}" presName="spaceRect" presStyleCnt="0"/>
      <dgm:spPr/>
    </dgm:pt>
    <dgm:pt modelId="{4EE18EF9-ABDB-42B5-9E29-849EC8F9A93E}" type="pres">
      <dgm:prSet presAssocID="{EED3BCA4-567C-40E0-B4BB-E92B39225FB6}" presName="textRect" presStyleLbl="revTx" presStyleIdx="0" presStyleCnt="3">
        <dgm:presLayoutVars>
          <dgm:chMax val="1"/>
          <dgm:chPref val="1"/>
        </dgm:presLayoutVars>
      </dgm:prSet>
      <dgm:spPr/>
    </dgm:pt>
    <dgm:pt modelId="{B69E3D0A-09D6-4380-9855-EF097DE9C7F0}" type="pres">
      <dgm:prSet presAssocID="{2EE325D8-243D-4351-8552-4FDC8A0BC265}" presName="sibTrans" presStyleCnt="0"/>
      <dgm:spPr/>
    </dgm:pt>
    <dgm:pt modelId="{FEF70505-EEEB-4249-AB57-A7873F8BDC1F}" type="pres">
      <dgm:prSet presAssocID="{ACB903DB-B823-4C5E-B815-7B1DB03DA8F3}" presName="compNode" presStyleCnt="0"/>
      <dgm:spPr/>
    </dgm:pt>
    <dgm:pt modelId="{708E3244-AFFA-4349-87A0-17E698AFB155}" type="pres">
      <dgm:prSet presAssocID="{ACB903DB-B823-4C5E-B815-7B1DB03DA8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FA07C6A3-E34A-4649-9534-5F6416C7F197}" type="pres">
      <dgm:prSet presAssocID="{ACB903DB-B823-4C5E-B815-7B1DB03DA8F3}" presName="spaceRect" presStyleCnt="0"/>
      <dgm:spPr/>
    </dgm:pt>
    <dgm:pt modelId="{472F6820-3B88-4BFB-AC95-18518A153ED1}" type="pres">
      <dgm:prSet presAssocID="{ACB903DB-B823-4C5E-B815-7B1DB03DA8F3}" presName="textRect" presStyleLbl="revTx" presStyleIdx="1" presStyleCnt="3">
        <dgm:presLayoutVars>
          <dgm:chMax val="1"/>
          <dgm:chPref val="1"/>
        </dgm:presLayoutVars>
      </dgm:prSet>
      <dgm:spPr/>
    </dgm:pt>
    <dgm:pt modelId="{63F52E80-3F7D-47D5-8137-F9CE73358DFB}" type="pres">
      <dgm:prSet presAssocID="{01DB9E5B-32C9-46DB-BD02-4A0E3B47B38D}" presName="sibTrans" presStyleCnt="0"/>
      <dgm:spPr/>
    </dgm:pt>
    <dgm:pt modelId="{8B663EDE-1F48-4C5D-A3BC-B45234FD9AA1}" type="pres">
      <dgm:prSet presAssocID="{EE6E8994-C6FD-4BF0-8D43-D8DDDC3C735B}" presName="compNode" presStyleCnt="0"/>
      <dgm:spPr/>
    </dgm:pt>
    <dgm:pt modelId="{80F7E939-FADF-4636-8B6A-936C4043CEAB}" type="pres">
      <dgm:prSet presAssocID="{EE6E8994-C6FD-4BF0-8D43-D8DDDC3C73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8EDF8C3-B521-41D0-9EA3-A10F1652E434}" type="pres">
      <dgm:prSet presAssocID="{EE6E8994-C6FD-4BF0-8D43-D8DDDC3C735B}" presName="spaceRect" presStyleCnt="0"/>
      <dgm:spPr/>
    </dgm:pt>
    <dgm:pt modelId="{B56FBBD1-0341-4911-B0F6-5ADF2C9E5291}" type="pres">
      <dgm:prSet presAssocID="{EE6E8994-C6FD-4BF0-8D43-D8DDDC3C735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ADA5014-447C-42F5-B99B-440246ECC452}" type="presOf" srcId="{EE6E8994-C6FD-4BF0-8D43-D8DDDC3C735B}" destId="{B56FBBD1-0341-4911-B0F6-5ADF2C9E5291}" srcOrd="0" destOrd="0" presId="urn:microsoft.com/office/officeart/2018/2/layout/IconLabelList"/>
    <dgm:cxn modelId="{DE08364C-D71F-4BBD-977D-69378FA14345}" srcId="{BBB3AABB-610D-48A1-9422-5990068FDB7F}" destId="{ACB903DB-B823-4C5E-B815-7B1DB03DA8F3}" srcOrd="1" destOrd="0" parTransId="{B439E25D-B7A6-4774-8CF4-51F5C641F6D2}" sibTransId="{01DB9E5B-32C9-46DB-BD02-4A0E3B47B38D}"/>
    <dgm:cxn modelId="{4756ED53-2A0A-434A-A987-2963B9390046}" srcId="{BBB3AABB-610D-48A1-9422-5990068FDB7F}" destId="{EE6E8994-C6FD-4BF0-8D43-D8DDDC3C735B}" srcOrd="2" destOrd="0" parTransId="{94DF649E-7FA5-47A8-A574-34CE3F11A07D}" sibTransId="{083C96CA-03A9-481F-A34D-064D4F1CA961}"/>
    <dgm:cxn modelId="{975215C7-133E-46B0-AA15-0DEE92F2CB60}" type="presOf" srcId="{BBB3AABB-610D-48A1-9422-5990068FDB7F}" destId="{183BD7ED-909D-4972-9ED5-4BCE0308344E}" srcOrd="0" destOrd="0" presId="urn:microsoft.com/office/officeart/2018/2/layout/IconLabelList"/>
    <dgm:cxn modelId="{0D2D80D6-CB4F-4B15-A4D1-E11D6E099E02}" type="presOf" srcId="{EED3BCA4-567C-40E0-B4BB-E92B39225FB6}" destId="{4EE18EF9-ABDB-42B5-9E29-849EC8F9A93E}" srcOrd="0" destOrd="0" presId="urn:microsoft.com/office/officeart/2018/2/layout/IconLabelList"/>
    <dgm:cxn modelId="{77DDD5D7-966C-432F-A862-AEF5EBCD493C}" srcId="{BBB3AABB-610D-48A1-9422-5990068FDB7F}" destId="{EED3BCA4-567C-40E0-B4BB-E92B39225FB6}" srcOrd="0" destOrd="0" parTransId="{FDC6AF1E-07AB-4586-9B5F-B5F48ED91850}" sibTransId="{2EE325D8-243D-4351-8552-4FDC8A0BC265}"/>
    <dgm:cxn modelId="{CDFEEEFA-3C74-4837-87D0-073B27F0DB7C}" type="presOf" srcId="{ACB903DB-B823-4C5E-B815-7B1DB03DA8F3}" destId="{472F6820-3B88-4BFB-AC95-18518A153ED1}" srcOrd="0" destOrd="0" presId="urn:microsoft.com/office/officeart/2018/2/layout/IconLabelList"/>
    <dgm:cxn modelId="{AE410CA2-4BBC-482B-B755-6F2DBB90EFD3}" type="presParOf" srcId="{183BD7ED-909D-4972-9ED5-4BCE0308344E}" destId="{57BA4FB3-6069-4839-9AA9-D9B7A6147CCB}" srcOrd="0" destOrd="0" presId="urn:microsoft.com/office/officeart/2018/2/layout/IconLabelList"/>
    <dgm:cxn modelId="{90522D15-2E04-44ED-830A-5E51EE94FA40}" type="presParOf" srcId="{57BA4FB3-6069-4839-9AA9-D9B7A6147CCB}" destId="{EDC4EA32-0329-40C6-BC02-0E9C72E2A02C}" srcOrd="0" destOrd="0" presId="urn:microsoft.com/office/officeart/2018/2/layout/IconLabelList"/>
    <dgm:cxn modelId="{D952911C-3726-4309-A18F-83BBF4A64B5A}" type="presParOf" srcId="{57BA4FB3-6069-4839-9AA9-D9B7A6147CCB}" destId="{E521C5E1-6FAE-4764-BAE6-D329B709999F}" srcOrd="1" destOrd="0" presId="urn:microsoft.com/office/officeart/2018/2/layout/IconLabelList"/>
    <dgm:cxn modelId="{AF2FC6E3-FE07-403D-AEAA-79498ABB2158}" type="presParOf" srcId="{57BA4FB3-6069-4839-9AA9-D9B7A6147CCB}" destId="{4EE18EF9-ABDB-42B5-9E29-849EC8F9A93E}" srcOrd="2" destOrd="0" presId="urn:microsoft.com/office/officeart/2018/2/layout/IconLabelList"/>
    <dgm:cxn modelId="{535D0B54-FC68-4524-AD37-99D1789CDED3}" type="presParOf" srcId="{183BD7ED-909D-4972-9ED5-4BCE0308344E}" destId="{B69E3D0A-09D6-4380-9855-EF097DE9C7F0}" srcOrd="1" destOrd="0" presId="urn:microsoft.com/office/officeart/2018/2/layout/IconLabelList"/>
    <dgm:cxn modelId="{E96F6B8E-12D3-4D51-BEA7-DAF9624D2B66}" type="presParOf" srcId="{183BD7ED-909D-4972-9ED5-4BCE0308344E}" destId="{FEF70505-EEEB-4249-AB57-A7873F8BDC1F}" srcOrd="2" destOrd="0" presId="urn:microsoft.com/office/officeart/2018/2/layout/IconLabelList"/>
    <dgm:cxn modelId="{646AF072-1667-4D3A-99AB-84590DE3273F}" type="presParOf" srcId="{FEF70505-EEEB-4249-AB57-A7873F8BDC1F}" destId="{708E3244-AFFA-4349-87A0-17E698AFB155}" srcOrd="0" destOrd="0" presId="urn:microsoft.com/office/officeart/2018/2/layout/IconLabelList"/>
    <dgm:cxn modelId="{E33D9A3C-C102-40F3-99CE-E13650EDAF12}" type="presParOf" srcId="{FEF70505-EEEB-4249-AB57-A7873F8BDC1F}" destId="{FA07C6A3-E34A-4649-9534-5F6416C7F197}" srcOrd="1" destOrd="0" presId="urn:microsoft.com/office/officeart/2018/2/layout/IconLabelList"/>
    <dgm:cxn modelId="{B72EAD6C-C510-4540-94CD-4A040DCCC4A0}" type="presParOf" srcId="{FEF70505-EEEB-4249-AB57-A7873F8BDC1F}" destId="{472F6820-3B88-4BFB-AC95-18518A153ED1}" srcOrd="2" destOrd="0" presId="urn:microsoft.com/office/officeart/2018/2/layout/IconLabelList"/>
    <dgm:cxn modelId="{B10234BB-F3A5-41D4-A44E-E754A01F13C3}" type="presParOf" srcId="{183BD7ED-909D-4972-9ED5-4BCE0308344E}" destId="{63F52E80-3F7D-47D5-8137-F9CE73358DFB}" srcOrd="3" destOrd="0" presId="urn:microsoft.com/office/officeart/2018/2/layout/IconLabelList"/>
    <dgm:cxn modelId="{A1472323-D3F4-4E76-BC23-F21FE40DBA50}" type="presParOf" srcId="{183BD7ED-909D-4972-9ED5-4BCE0308344E}" destId="{8B663EDE-1F48-4C5D-A3BC-B45234FD9AA1}" srcOrd="4" destOrd="0" presId="urn:microsoft.com/office/officeart/2018/2/layout/IconLabelList"/>
    <dgm:cxn modelId="{D40B46C7-B8BE-4B11-80EB-22350F732222}" type="presParOf" srcId="{8B663EDE-1F48-4C5D-A3BC-B45234FD9AA1}" destId="{80F7E939-FADF-4636-8B6A-936C4043CEAB}" srcOrd="0" destOrd="0" presId="urn:microsoft.com/office/officeart/2018/2/layout/IconLabelList"/>
    <dgm:cxn modelId="{2A4E64DD-B6D7-411C-9095-4FEAC8F8D2B9}" type="presParOf" srcId="{8B663EDE-1F48-4C5D-A3BC-B45234FD9AA1}" destId="{D8EDF8C3-B521-41D0-9EA3-A10F1652E434}" srcOrd="1" destOrd="0" presId="urn:microsoft.com/office/officeart/2018/2/layout/IconLabelList"/>
    <dgm:cxn modelId="{D701BCAB-E9DD-4D1D-A6AF-231BAC6BE60F}" type="presParOf" srcId="{8B663EDE-1F48-4C5D-A3BC-B45234FD9AA1}" destId="{B56FBBD1-0341-4911-B0F6-5ADF2C9E52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54872-CD0B-4488-B529-2489BCA4DA1A}">
      <dsp:nvSpPr>
        <dsp:cNvPr id="0" name=""/>
        <dsp:cNvSpPr/>
      </dsp:nvSpPr>
      <dsp:spPr>
        <a:xfrm>
          <a:off x="607870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88C76-A1B0-4F24-814A-3C8551A95C66}">
      <dsp:nvSpPr>
        <dsp:cNvPr id="0" name=""/>
        <dsp:cNvSpPr/>
      </dsp:nvSpPr>
      <dsp:spPr>
        <a:xfrm>
          <a:off x="20042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Customer Service Performance, Plan Usage Drivers &amp; </a:t>
          </a:r>
          <a:r>
            <a:rPr lang="en-NG" sz="1200" b="1" kern="1200" dirty="0"/>
            <a:t>Identify the "Critical Call Threshold</a:t>
          </a:r>
          <a:endParaRPr lang="en-US" sz="1200" b="1" kern="1200" dirty="0"/>
        </a:p>
      </dsp:txBody>
      <dsp:txXfrm>
        <a:off x="20042" y="1706796"/>
        <a:ext cx="2137556" cy="720000"/>
      </dsp:txXfrm>
    </dsp:sp>
    <dsp:sp modelId="{F6B5DE9C-DDF5-4DE8-9933-40F9B90ECA31}">
      <dsp:nvSpPr>
        <dsp:cNvPr id="0" name=""/>
        <dsp:cNvSpPr/>
      </dsp:nvSpPr>
      <dsp:spPr>
        <a:xfrm>
          <a:off x="3119498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FC105-5C69-4E3F-AB11-B387A645835E}">
      <dsp:nvSpPr>
        <dsp:cNvPr id="0" name=""/>
        <dsp:cNvSpPr/>
      </dsp:nvSpPr>
      <dsp:spPr>
        <a:xfrm>
          <a:off x="2531670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Prepared by  Akan </a:t>
          </a:r>
          <a:r>
            <a:rPr lang="en-US" sz="1200" b="1" kern="1200" dirty="0" err="1"/>
            <a:t>Ukpong</a:t>
          </a:r>
          <a:endParaRPr lang="en-US" sz="1200" b="1" kern="1200" dirty="0"/>
        </a:p>
      </dsp:txBody>
      <dsp:txXfrm>
        <a:off x="2531670" y="1706796"/>
        <a:ext cx="2137556" cy="720000"/>
      </dsp:txXfrm>
    </dsp:sp>
    <dsp:sp modelId="{3D88931D-E8C3-496C-AE06-4E7A7797D522}">
      <dsp:nvSpPr>
        <dsp:cNvPr id="0" name=""/>
        <dsp:cNvSpPr/>
      </dsp:nvSpPr>
      <dsp:spPr>
        <a:xfrm>
          <a:off x="5631126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7B4F1-4862-40FD-9E61-333B42F5AE2C}">
      <dsp:nvSpPr>
        <dsp:cNvPr id="0" name=""/>
        <dsp:cNvSpPr/>
      </dsp:nvSpPr>
      <dsp:spPr>
        <a:xfrm>
          <a:off x="5043298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March 2026</a:t>
          </a:r>
        </a:p>
      </dsp:txBody>
      <dsp:txXfrm>
        <a:off x="5043298" y="1706796"/>
        <a:ext cx="213755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C0E70-C05F-45BF-AE8B-05F1185C3059}">
      <dsp:nvSpPr>
        <dsp:cNvPr id="0" name=""/>
        <dsp:cNvSpPr/>
      </dsp:nvSpPr>
      <dsp:spPr>
        <a:xfrm>
          <a:off x="0" y="4100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9EC06-5D79-4C72-9520-E0D4B55865EA}">
      <dsp:nvSpPr>
        <dsp:cNvPr id="0" name=""/>
        <dsp:cNvSpPr/>
      </dsp:nvSpPr>
      <dsp:spPr>
        <a:xfrm>
          <a:off x="264206" y="200617"/>
          <a:ext cx="480375" cy="480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6D9E6-EAE4-414D-975C-BA2852032596}">
      <dsp:nvSpPr>
        <dsp:cNvPr id="0" name=""/>
        <dsp:cNvSpPr/>
      </dsp:nvSpPr>
      <dsp:spPr>
        <a:xfrm>
          <a:off x="1008787" y="4100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Customer churn significantly affects telecom revenue.</a:t>
          </a:r>
        </a:p>
      </dsp:txBody>
      <dsp:txXfrm>
        <a:off x="1008787" y="4100"/>
        <a:ext cx="3426868" cy="873409"/>
      </dsp:txXfrm>
    </dsp:sp>
    <dsp:sp modelId="{C4161CB5-9C9E-4788-8A55-65AD32AB5084}">
      <dsp:nvSpPr>
        <dsp:cNvPr id="0" name=""/>
        <dsp:cNvSpPr/>
      </dsp:nvSpPr>
      <dsp:spPr>
        <a:xfrm>
          <a:off x="0" y="1095862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E3BBC-A66D-413F-AC4C-439267490016}">
      <dsp:nvSpPr>
        <dsp:cNvPr id="0" name=""/>
        <dsp:cNvSpPr/>
      </dsp:nvSpPr>
      <dsp:spPr>
        <a:xfrm>
          <a:off x="264206" y="1292379"/>
          <a:ext cx="480375" cy="480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86604-D26B-4563-AEFA-B61E05338CA1}">
      <dsp:nvSpPr>
        <dsp:cNvPr id="0" name=""/>
        <dsp:cNvSpPr/>
      </dsp:nvSpPr>
      <dsp:spPr>
        <a:xfrm>
          <a:off x="1008787" y="1095862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Increasing number of customers leaving</a:t>
          </a:r>
        </a:p>
      </dsp:txBody>
      <dsp:txXfrm>
        <a:off x="1008787" y="1095862"/>
        <a:ext cx="3426868" cy="873409"/>
      </dsp:txXfrm>
    </dsp:sp>
    <dsp:sp modelId="{773D43B7-6430-45D2-9424-2067D374323C}">
      <dsp:nvSpPr>
        <dsp:cNvPr id="0" name=""/>
        <dsp:cNvSpPr/>
      </dsp:nvSpPr>
      <dsp:spPr>
        <a:xfrm>
          <a:off x="0" y="2187623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5A895-3210-4813-9BDF-7C70896B2BC4}">
      <dsp:nvSpPr>
        <dsp:cNvPr id="0" name=""/>
        <dsp:cNvSpPr/>
      </dsp:nvSpPr>
      <dsp:spPr>
        <a:xfrm>
          <a:off x="264206" y="2384140"/>
          <a:ext cx="480375" cy="480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AD0F9-C814-48C2-B061-8956C781F2E7}">
      <dsp:nvSpPr>
        <dsp:cNvPr id="0" name=""/>
        <dsp:cNvSpPr/>
      </dsp:nvSpPr>
      <dsp:spPr>
        <a:xfrm>
          <a:off x="1008787" y="2187623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High customer service complaints</a:t>
          </a:r>
        </a:p>
      </dsp:txBody>
      <dsp:txXfrm>
        <a:off x="1008787" y="2187623"/>
        <a:ext cx="3426868" cy="873409"/>
      </dsp:txXfrm>
    </dsp:sp>
    <dsp:sp modelId="{467BA878-0CBF-467E-88B5-27005D9563A5}">
      <dsp:nvSpPr>
        <dsp:cNvPr id="0" name=""/>
        <dsp:cNvSpPr/>
      </dsp:nvSpPr>
      <dsp:spPr>
        <a:xfrm>
          <a:off x="0" y="3279385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0CFF5-3DDC-49EA-B5F0-4D69D5571064}">
      <dsp:nvSpPr>
        <dsp:cNvPr id="0" name=""/>
        <dsp:cNvSpPr/>
      </dsp:nvSpPr>
      <dsp:spPr>
        <a:xfrm>
          <a:off x="264206" y="3475902"/>
          <a:ext cx="480375" cy="4803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8083F-B1CE-46BC-85A3-4609DE45B435}">
      <dsp:nvSpPr>
        <dsp:cNvPr id="0" name=""/>
        <dsp:cNvSpPr/>
      </dsp:nvSpPr>
      <dsp:spPr>
        <a:xfrm>
          <a:off x="1008787" y="3279385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Possible dissatisfaction with service plans</a:t>
          </a:r>
        </a:p>
      </dsp:txBody>
      <dsp:txXfrm>
        <a:off x="1008787" y="3279385"/>
        <a:ext cx="3426868" cy="873409"/>
      </dsp:txXfrm>
    </dsp:sp>
    <dsp:sp modelId="{16E545C5-9C0A-4BFA-A517-E7A9B71441EA}">
      <dsp:nvSpPr>
        <dsp:cNvPr id="0" name=""/>
        <dsp:cNvSpPr/>
      </dsp:nvSpPr>
      <dsp:spPr>
        <a:xfrm>
          <a:off x="0" y="4371147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4D325-76B6-4210-A4AC-DC2CEF129E42}">
      <dsp:nvSpPr>
        <dsp:cNvPr id="0" name=""/>
        <dsp:cNvSpPr/>
      </dsp:nvSpPr>
      <dsp:spPr>
        <a:xfrm>
          <a:off x="264206" y="4567664"/>
          <a:ext cx="480375" cy="4803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8F043-7AF7-4AE2-924A-35551D76E91F}">
      <dsp:nvSpPr>
        <dsp:cNvPr id="0" name=""/>
        <dsp:cNvSpPr/>
      </dsp:nvSpPr>
      <dsp:spPr>
        <a:xfrm>
          <a:off x="1008787" y="4371147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Goal: Identify drivers of churn and improve retention.</a:t>
          </a:r>
        </a:p>
      </dsp:txBody>
      <dsp:txXfrm>
        <a:off x="1008787" y="4371147"/>
        <a:ext cx="3426868" cy="8734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8F61E-48D8-4521-BA27-EB783A69693C}">
      <dsp:nvSpPr>
        <dsp:cNvPr id="0" name=""/>
        <dsp:cNvSpPr/>
      </dsp:nvSpPr>
      <dsp:spPr>
        <a:xfrm>
          <a:off x="0" y="0"/>
          <a:ext cx="2250280" cy="287488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41" tIns="330200" rIns="175441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 1: Evaluate the impact of Customer Service Performance on churn.</a:t>
          </a:r>
        </a:p>
      </dsp:txBody>
      <dsp:txXfrm>
        <a:off x="0" y="1092455"/>
        <a:ext cx="2250280" cy="1724929"/>
      </dsp:txXfrm>
    </dsp:sp>
    <dsp:sp modelId="{CAB59E0C-176C-4DAE-8CBD-D34581087382}">
      <dsp:nvSpPr>
        <dsp:cNvPr id="0" name=""/>
        <dsp:cNvSpPr/>
      </dsp:nvSpPr>
      <dsp:spPr>
        <a:xfrm>
          <a:off x="693907" y="287488"/>
          <a:ext cx="862464" cy="86246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241" tIns="12700" rIns="67241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1</a:t>
          </a:r>
        </a:p>
      </dsp:txBody>
      <dsp:txXfrm>
        <a:off x="820212" y="413793"/>
        <a:ext cx="609854" cy="609854"/>
      </dsp:txXfrm>
    </dsp:sp>
    <dsp:sp modelId="{9BE136F1-E46F-4319-9127-FB7004245B0C}">
      <dsp:nvSpPr>
        <dsp:cNvPr id="0" name=""/>
        <dsp:cNvSpPr/>
      </dsp:nvSpPr>
      <dsp:spPr>
        <a:xfrm>
          <a:off x="0" y="2874811"/>
          <a:ext cx="2250280" cy="72"/>
        </a:xfrm>
        <a:prstGeom prst="rect">
          <a:avLst/>
        </a:prstGeom>
        <a:solidFill>
          <a:schemeClr val="accent2">
            <a:hueOff val="672631"/>
            <a:satOff val="-714"/>
            <a:lumOff val="549"/>
            <a:alphaOff val="0"/>
          </a:schemeClr>
        </a:solidFill>
        <a:ln w="15875" cap="rnd" cmpd="sng" algn="ctr">
          <a:solidFill>
            <a:schemeClr val="accent2">
              <a:hueOff val="672631"/>
              <a:satOff val="-71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63168-F640-49D9-82BD-8432BBDFA74C}">
      <dsp:nvSpPr>
        <dsp:cNvPr id="0" name=""/>
        <dsp:cNvSpPr/>
      </dsp:nvSpPr>
      <dsp:spPr>
        <a:xfrm>
          <a:off x="2475308" y="0"/>
          <a:ext cx="2250280" cy="2874882"/>
        </a:xfrm>
        <a:prstGeom prst="rect">
          <a:avLst/>
        </a:prstGeom>
        <a:solidFill>
          <a:schemeClr val="accent2">
            <a:tint val="40000"/>
            <a:alpha val="90000"/>
            <a:hueOff val="2091735"/>
            <a:satOff val="714"/>
            <a:lumOff val="22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2091735"/>
              <a:satOff val="714"/>
              <a:lumOff val="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41" tIns="330200" rIns="175441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 2: Analyze Plan &amp; Usage Drivers influencing churn.</a:t>
          </a:r>
        </a:p>
      </dsp:txBody>
      <dsp:txXfrm>
        <a:off x="2475308" y="1092455"/>
        <a:ext cx="2250280" cy="1724929"/>
      </dsp:txXfrm>
    </dsp:sp>
    <dsp:sp modelId="{F59B62D3-63BA-45DF-9534-BBD42E1D568E}">
      <dsp:nvSpPr>
        <dsp:cNvPr id="0" name=""/>
        <dsp:cNvSpPr/>
      </dsp:nvSpPr>
      <dsp:spPr>
        <a:xfrm>
          <a:off x="3169216" y="287488"/>
          <a:ext cx="862464" cy="862464"/>
        </a:xfrm>
        <a:prstGeom prst="ellipse">
          <a:avLst/>
        </a:prstGeom>
        <a:solidFill>
          <a:schemeClr val="accent2">
            <a:hueOff val="1345262"/>
            <a:satOff val="-1429"/>
            <a:lumOff val="1098"/>
            <a:alphaOff val="0"/>
          </a:schemeClr>
        </a:solidFill>
        <a:ln w="15875" cap="rnd" cmpd="sng" algn="ctr">
          <a:solidFill>
            <a:schemeClr val="accent2">
              <a:hueOff val="1345262"/>
              <a:satOff val="-142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241" tIns="12700" rIns="67241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2</a:t>
          </a:r>
        </a:p>
      </dsp:txBody>
      <dsp:txXfrm>
        <a:off x="3295521" y="413793"/>
        <a:ext cx="609854" cy="609854"/>
      </dsp:txXfrm>
    </dsp:sp>
    <dsp:sp modelId="{6ECD0A12-E97A-40B4-8E25-7D1EC2502405}">
      <dsp:nvSpPr>
        <dsp:cNvPr id="0" name=""/>
        <dsp:cNvSpPr/>
      </dsp:nvSpPr>
      <dsp:spPr>
        <a:xfrm>
          <a:off x="2475308" y="2874811"/>
          <a:ext cx="2250280" cy="72"/>
        </a:xfrm>
        <a:prstGeom prst="rect">
          <a:avLst/>
        </a:prstGeom>
        <a:solidFill>
          <a:schemeClr val="accent2">
            <a:hueOff val="2017893"/>
            <a:satOff val="-2143"/>
            <a:lumOff val="1647"/>
            <a:alphaOff val="0"/>
          </a:schemeClr>
        </a:solidFill>
        <a:ln w="15875" cap="rnd" cmpd="sng" algn="ctr">
          <a:solidFill>
            <a:schemeClr val="accent2">
              <a:hueOff val="2017893"/>
              <a:satOff val="-2143"/>
              <a:lumOff val="1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EE424-BED4-4924-B7F8-775CE5B56889}">
      <dsp:nvSpPr>
        <dsp:cNvPr id="0" name=""/>
        <dsp:cNvSpPr/>
      </dsp:nvSpPr>
      <dsp:spPr>
        <a:xfrm>
          <a:off x="4950616" y="0"/>
          <a:ext cx="2250280" cy="2874882"/>
        </a:xfrm>
        <a:prstGeom prst="rect">
          <a:avLst/>
        </a:prstGeom>
        <a:solidFill>
          <a:schemeClr val="accent2">
            <a:tint val="40000"/>
            <a:alpha val="90000"/>
            <a:hueOff val="4183470"/>
            <a:satOff val="1428"/>
            <a:lumOff val="43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4183470"/>
              <a:satOff val="1428"/>
              <a:lumOff val="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41" tIns="330200" rIns="175441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 3: </a:t>
          </a:r>
          <a:r>
            <a:rPr lang="en-NG" sz="1600" kern="1200"/>
            <a:t>Identify the "Critical Call Threshold</a:t>
          </a:r>
          <a:endParaRPr lang="en-US" sz="1600" kern="1200"/>
        </a:p>
      </dsp:txBody>
      <dsp:txXfrm>
        <a:off x="4950616" y="1092455"/>
        <a:ext cx="2250280" cy="1724929"/>
      </dsp:txXfrm>
    </dsp:sp>
    <dsp:sp modelId="{EB8DFD21-BB77-4CB1-89F4-75D3E81C0BFE}">
      <dsp:nvSpPr>
        <dsp:cNvPr id="0" name=""/>
        <dsp:cNvSpPr/>
      </dsp:nvSpPr>
      <dsp:spPr>
        <a:xfrm>
          <a:off x="5644524" y="287488"/>
          <a:ext cx="862464" cy="862464"/>
        </a:xfrm>
        <a:prstGeom prst="ellipse">
          <a:avLst/>
        </a:prstGeom>
        <a:solidFill>
          <a:schemeClr val="accent2">
            <a:hueOff val="2690524"/>
            <a:satOff val="-2858"/>
            <a:lumOff val="2196"/>
            <a:alphaOff val="0"/>
          </a:schemeClr>
        </a:solidFill>
        <a:ln w="15875" cap="rnd" cmpd="sng" algn="ctr">
          <a:solidFill>
            <a:schemeClr val="accent2">
              <a:hueOff val="2690524"/>
              <a:satOff val="-2858"/>
              <a:lumOff val="2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241" tIns="12700" rIns="67241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3</a:t>
          </a:r>
        </a:p>
      </dsp:txBody>
      <dsp:txXfrm>
        <a:off x="5770829" y="413793"/>
        <a:ext cx="609854" cy="609854"/>
      </dsp:txXfrm>
    </dsp:sp>
    <dsp:sp modelId="{134CD9D6-9A41-44D2-87D9-84433C0118BF}">
      <dsp:nvSpPr>
        <dsp:cNvPr id="0" name=""/>
        <dsp:cNvSpPr/>
      </dsp:nvSpPr>
      <dsp:spPr>
        <a:xfrm>
          <a:off x="4950616" y="2874811"/>
          <a:ext cx="2250280" cy="72"/>
        </a:xfrm>
        <a:prstGeom prst="rect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rnd" cmpd="sng" algn="ctr">
          <a:solidFill>
            <a:schemeClr val="accent2">
              <a:hueOff val="3363155"/>
              <a:satOff val="-3572"/>
              <a:lumOff val="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3A831-393C-4F6C-BF79-4DA105124A61}">
      <dsp:nvSpPr>
        <dsp:cNvPr id="0" name=""/>
        <dsp:cNvSpPr/>
      </dsp:nvSpPr>
      <dsp:spPr>
        <a:xfrm>
          <a:off x="2109" y="349571"/>
          <a:ext cx="1673645" cy="10041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Variables:</a:t>
          </a:r>
        </a:p>
      </dsp:txBody>
      <dsp:txXfrm>
        <a:off x="2109" y="349571"/>
        <a:ext cx="1673645" cy="1004187"/>
      </dsp:txXfrm>
    </dsp:sp>
    <dsp:sp modelId="{98C73F14-3EDE-45A1-8077-AEB6D8EEF2EC}">
      <dsp:nvSpPr>
        <dsp:cNvPr id="0" name=""/>
        <dsp:cNvSpPr/>
      </dsp:nvSpPr>
      <dsp:spPr>
        <a:xfrm>
          <a:off x="1843120" y="349571"/>
          <a:ext cx="1673645" cy="100418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Customer Service Calls</a:t>
          </a:r>
        </a:p>
      </dsp:txBody>
      <dsp:txXfrm>
        <a:off x="1843120" y="349571"/>
        <a:ext cx="1673645" cy="1004187"/>
      </dsp:txXfrm>
    </dsp:sp>
    <dsp:sp modelId="{D5AECEE1-3495-4D78-84FA-155CD7D5EFCD}">
      <dsp:nvSpPr>
        <dsp:cNvPr id="0" name=""/>
        <dsp:cNvSpPr/>
      </dsp:nvSpPr>
      <dsp:spPr>
        <a:xfrm>
          <a:off x="3684130" y="349571"/>
          <a:ext cx="1673645" cy="10041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Churn Status</a:t>
          </a:r>
        </a:p>
      </dsp:txBody>
      <dsp:txXfrm>
        <a:off x="3684130" y="349571"/>
        <a:ext cx="1673645" cy="1004187"/>
      </dsp:txXfrm>
    </dsp:sp>
    <dsp:sp modelId="{1B505022-88E2-43C7-938F-05D5FDF2B865}">
      <dsp:nvSpPr>
        <dsp:cNvPr id="0" name=""/>
        <dsp:cNvSpPr/>
      </dsp:nvSpPr>
      <dsp:spPr>
        <a:xfrm>
          <a:off x="5525141" y="349571"/>
          <a:ext cx="1673645" cy="10041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International Plan</a:t>
          </a:r>
        </a:p>
      </dsp:txBody>
      <dsp:txXfrm>
        <a:off x="5525141" y="349571"/>
        <a:ext cx="1673645" cy="1004187"/>
      </dsp:txXfrm>
    </dsp:sp>
    <dsp:sp modelId="{3784FF86-7B6A-45AF-BD45-42AD5D16DA62}">
      <dsp:nvSpPr>
        <dsp:cNvPr id="0" name=""/>
        <dsp:cNvSpPr/>
      </dsp:nvSpPr>
      <dsp:spPr>
        <a:xfrm>
          <a:off x="2109" y="1521123"/>
          <a:ext cx="1673645" cy="100418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Voice Mail Plan</a:t>
          </a:r>
        </a:p>
      </dsp:txBody>
      <dsp:txXfrm>
        <a:off x="2109" y="1521123"/>
        <a:ext cx="1673645" cy="1004187"/>
      </dsp:txXfrm>
    </dsp:sp>
    <dsp:sp modelId="{6DE8D290-D3FF-47FE-BBC1-3CFBA7DDB863}">
      <dsp:nvSpPr>
        <dsp:cNvPr id="0" name=""/>
        <dsp:cNvSpPr/>
      </dsp:nvSpPr>
      <dsp:spPr>
        <a:xfrm>
          <a:off x="1843120" y="1521123"/>
          <a:ext cx="1673645" cy="10041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Total Charges</a:t>
          </a:r>
        </a:p>
      </dsp:txBody>
      <dsp:txXfrm>
        <a:off x="1843120" y="1521123"/>
        <a:ext cx="1673645" cy="1004187"/>
      </dsp:txXfrm>
    </dsp:sp>
    <dsp:sp modelId="{B39A677B-1A57-4511-B782-5F8550C71780}">
      <dsp:nvSpPr>
        <dsp:cNvPr id="0" name=""/>
        <dsp:cNvSpPr/>
      </dsp:nvSpPr>
      <dsp:spPr>
        <a:xfrm>
          <a:off x="3684130" y="1521123"/>
          <a:ext cx="1673645" cy="100418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Account Length</a:t>
          </a:r>
        </a:p>
      </dsp:txBody>
      <dsp:txXfrm>
        <a:off x="3684130" y="1521123"/>
        <a:ext cx="1673645" cy="1004187"/>
      </dsp:txXfrm>
    </dsp:sp>
    <dsp:sp modelId="{095DC038-6BA2-4E96-95F3-4AA94B691EF5}">
      <dsp:nvSpPr>
        <dsp:cNvPr id="0" name=""/>
        <dsp:cNvSpPr/>
      </dsp:nvSpPr>
      <dsp:spPr>
        <a:xfrm>
          <a:off x="5525141" y="1521123"/>
          <a:ext cx="1673645" cy="10041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State / Area Code</a:t>
          </a:r>
        </a:p>
      </dsp:txBody>
      <dsp:txXfrm>
        <a:off x="5525141" y="1521123"/>
        <a:ext cx="1673645" cy="10041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A3424-63CE-4E1D-82F7-6EF0FDF76B2A}">
      <dsp:nvSpPr>
        <dsp:cNvPr id="0" name=""/>
        <dsp:cNvSpPr/>
      </dsp:nvSpPr>
      <dsp:spPr>
        <a:xfrm>
          <a:off x="0" y="3167842"/>
          <a:ext cx="4435656" cy="2078447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Customers with multiple complaints often experience unresolved issues.</a:t>
          </a:r>
        </a:p>
      </dsp:txBody>
      <dsp:txXfrm>
        <a:off x="0" y="3167842"/>
        <a:ext cx="4435656" cy="2078447"/>
      </dsp:txXfrm>
    </dsp:sp>
    <dsp:sp modelId="{14301617-2125-44E8-978F-C92DA990D879}">
      <dsp:nvSpPr>
        <dsp:cNvPr id="0" name=""/>
        <dsp:cNvSpPr/>
      </dsp:nvSpPr>
      <dsp:spPr>
        <a:xfrm rot="10800000">
          <a:off x="0" y="2366"/>
          <a:ext cx="4435656" cy="3196652"/>
        </a:xfrm>
        <a:prstGeom prst="upArrowCallout">
          <a:avLst/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Frequent customer service interactions correlate with higher churn probability.</a:t>
          </a:r>
        </a:p>
      </dsp:txBody>
      <dsp:txXfrm rot="10800000">
        <a:off x="0" y="2366"/>
        <a:ext cx="4435656" cy="20770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83DCE-B68F-44A8-8057-9AF60790C099}">
      <dsp:nvSpPr>
        <dsp:cNvPr id="0" name=""/>
        <dsp:cNvSpPr/>
      </dsp:nvSpPr>
      <dsp:spPr>
        <a:xfrm>
          <a:off x="0" y="35388"/>
          <a:ext cx="4435656" cy="253422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Customers making 3 or more service calls show significantly higher churn risk.</a:t>
          </a:r>
        </a:p>
      </dsp:txBody>
      <dsp:txXfrm>
        <a:off x="123710" y="159098"/>
        <a:ext cx="4188236" cy="2286800"/>
      </dsp:txXfrm>
    </dsp:sp>
    <dsp:sp modelId="{235C2AF0-DCDA-4BF7-B26F-3187D9B72E1D}">
      <dsp:nvSpPr>
        <dsp:cNvPr id="0" name=""/>
        <dsp:cNvSpPr/>
      </dsp:nvSpPr>
      <dsp:spPr>
        <a:xfrm>
          <a:off x="0" y="2679048"/>
          <a:ext cx="4435656" cy="253422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3363155"/>
                <a:satOff val="-3572"/>
                <a:lumOff val="2745"/>
                <a:alphaOff val="0"/>
                <a:shade val="74000"/>
                <a:satMod val="130000"/>
                <a:lumMod val="90000"/>
              </a:schemeClr>
              <a:schemeClr val="accent2">
                <a:hueOff val="3363155"/>
                <a:satOff val="-3572"/>
                <a:lumOff val="274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Recommendation: Trigger retention intervention after the third complaint.</a:t>
          </a:r>
        </a:p>
      </dsp:txBody>
      <dsp:txXfrm>
        <a:off x="123710" y="2802758"/>
        <a:ext cx="4188236" cy="22868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1D74E-2A7A-4E2E-B359-999039CFFAEA}">
      <dsp:nvSpPr>
        <dsp:cNvPr id="0" name=""/>
        <dsp:cNvSpPr/>
      </dsp:nvSpPr>
      <dsp:spPr>
        <a:xfrm>
          <a:off x="0" y="852906"/>
          <a:ext cx="4435656" cy="157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AA719-93C7-4C7F-8854-08DA979AB37B}">
      <dsp:nvSpPr>
        <dsp:cNvPr id="0" name=""/>
        <dsp:cNvSpPr/>
      </dsp:nvSpPr>
      <dsp:spPr>
        <a:xfrm>
          <a:off x="476315" y="1207191"/>
          <a:ext cx="866028" cy="8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26601-F182-4A53-B9A7-014A2CBE62E9}">
      <dsp:nvSpPr>
        <dsp:cNvPr id="0" name=""/>
        <dsp:cNvSpPr/>
      </dsp:nvSpPr>
      <dsp:spPr>
        <a:xfrm>
          <a:off x="1818659" y="852906"/>
          <a:ext cx="2616996" cy="157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Churned customers have a higher average number of customer service calls</a:t>
          </a:r>
        </a:p>
      </dsp:txBody>
      <dsp:txXfrm>
        <a:off x="1818659" y="852906"/>
        <a:ext cx="2616996" cy="1574597"/>
      </dsp:txXfrm>
    </dsp:sp>
    <dsp:sp modelId="{8D5B2F90-1113-48B4-A822-FAF8A752341D}">
      <dsp:nvSpPr>
        <dsp:cNvPr id="0" name=""/>
        <dsp:cNvSpPr/>
      </dsp:nvSpPr>
      <dsp:spPr>
        <a:xfrm>
          <a:off x="0" y="2821153"/>
          <a:ext cx="4435656" cy="157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FDD20E-07BA-4102-AA0D-1570FED24F88}">
      <dsp:nvSpPr>
        <dsp:cNvPr id="0" name=""/>
        <dsp:cNvSpPr/>
      </dsp:nvSpPr>
      <dsp:spPr>
        <a:xfrm>
          <a:off x="476315" y="3175437"/>
          <a:ext cx="866028" cy="866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AC8A7-1DC6-46DB-9D41-F8031907B92B}">
      <dsp:nvSpPr>
        <dsp:cNvPr id="0" name=""/>
        <dsp:cNvSpPr/>
      </dsp:nvSpPr>
      <dsp:spPr>
        <a:xfrm>
          <a:off x="1818659" y="2821153"/>
          <a:ext cx="2616996" cy="157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compared to loyal customers.</a:t>
          </a:r>
        </a:p>
      </dsp:txBody>
      <dsp:txXfrm>
        <a:off x="1818659" y="2821153"/>
        <a:ext cx="2616996" cy="15745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F244E-1120-43B1-85C9-034026FAE060}">
      <dsp:nvSpPr>
        <dsp:cNvPr id="0" name=""/>
        <dsp:cNvSpPr/>
      </dsp:nvSpPr>
      <dsp:spPr>
        <a:xfrm>
          <a:off x="249548" y="680175"/>
          <a:ext cx="769886" cy="7698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479E1C-2C06-4CD4-B75B-4BB31C976290}">
      <dsp:nvSpPr>
        <dsp:cNvPr id="0" name=""/>
        <dsp:cNvSpPr/>
      </dsp:nvSpPr>
      <dsp:spPr>
        <a:xfrm>
          <a:off x="413622" y="844250"/>
          <a:ext cx="441738" cy="4417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6AF0F-64DB-49BD-A526-90E485C7DADA}">
      <dsp:nvSpPr>
        <dsp:cNvPr id="0" name=""/>
        <dsp:cNvSpPr/>
      </dsp:nvSpPr>
      <dsp:spPr>
        <a:xfrm>
          <a:off x="3436" y="1689863"/>
          <a:ext cx="1262109" cy="50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Some states show higher customer service call rates.</a:t>
          </a:r>
        </a:p>
      </dsp:txBody>
      <dsp:txXfrm>
        <a:off x="3436" y="1689863"/>
        <a:ext cx="1262109" cy="504843"/>
      </dsp:txXfrm>
    </dsp:sp>
    <dsp:sp modelId="{2CA864EB-5163-4859-9E4A-B50C5815427E}">
      <dsp:nvSpPr>
        <dsp:cNvPr id="0" name=""/>
        <dsp:cNvSpPr/>
      </dsp:nvSpPr>
      <dsp:spPr>
        <a:xfrm>
          <a:off x="1732526" y="680175"/>
          <a:ext cx="769886" cy="7698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AAF2F-5C4E-4213-8FF5-3A6834014079}">
      <dsp:nvSpPr>
        <dsp:cNvPr id="0" name=""/>
        <dsp:cNvSpPr/>
      </dsp:nvSpPr>
      <dsp:spPr>
        <a:xfrm>
          <a:off x="1896600" y="844250"/>
          <a:ext cx="441738" cy="4417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79447-14A6-4E32-9E99-E83F62CD57D2}">
      <dsp:nvSpPr>
        <dsp:cNvPr id="0" name=""/>
        <dsp:cNvSpPr/>
      </dsp:nvSpPr>
      <dsp:spPr>
        <a:xfrm>
          <a:off x="1486415" y="1689863"/>
          <a:ext cx="1262109" cy="50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Possible causes:</a:t>
          </a:r>
        </a:p>
      </dsp:txBody>
      <dsp:txXfrm>
        <a:off x="1486415" y="1689863"/>
        <a:ext cx="1262109" cy="504843"/>
      </dsp:txXfrm>
    </dsp:sp>
    <dsp:sp modelId="{9EA7CEA3-1EE3-4252-A4EF-42E5E1D8128E}">
      <dsp:nvSpPr>
        <dsp:cNvPr id="0" name=""/>
        <dsp:cNvSpPr/>
      </dsp:nvSpPr>
      <dsp:spPr>
        <a:xfrm>
          <a:off x="3215505" y="680175"/>
          <a:ext cx="769886" cy="7698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A9034-BF20-4EE3-BBC8-BBDF98B70BD1}">
      <dsp:nvSpPr>
        <dsp:cNvPr id="0" name=""/>
        <dsp:cNvSpPr/>
      </dsp:nvSpPr>
      <dsp:spPr>
        <a:xfrm>
          <a:off x="3379579" y="844250"/>
          <a:ext cx="441738" cy="4417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FC097-0A6D-4342-8C48-36B1C8216232}">
      <dsp:nvSpPr>
        <dsp:cNvPr id="0" name=""/>
        <dsp:cNvSpPr/>
      </dsp:nvSpPr>
      <dsp:spPr>
        <a:xfrm>
          <a:off x="2969393" y="1689863"/>
          <a:ext cx="1262109" cy="50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Network infrastructure issues</a:t>
          </a:r>
        </a:p>
      </dsp:txBody>
      <dsp:txXfrm>
        <a:off x="2969393" y="1689863"/>
        <a:ext cx="1262109" cy="504843"/>
      </dsp:txXfrm>
    </dsp:sp>
    <dsp:sp modelId="{E65B35FF-F82D-4C4E-8E1F-A766AC505CF4}">
      <dsp:nvSpPr>
        <dsp:cNvPr id="0" name=""/>
        <dsp:cNvSpPr/>
      </dsp:nvSpPr>
      <dsp:spPr>
        <a:xfrm>
          <a:off x="4698483" y="680175"/>
          <a:ext cx="769886" cy="7698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DAA4F-28B2-43E7-945D-3D0ED926C9A6}">
      <dsp:nvSpPr>
        <dsp:cNvPr id="0" name=""/>
        <dsp:cNvSpPr/>
      </dsp:nvSpPr>
      <dsp:spPr>
        <a:xfrm>
          <a:off x="4862557" y="844250"/>
          <a:ext cx="441738" cy="4417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1D61F-4FAA-458B-98D1-CFFEF470BB92}">
      <dsp:nvSpPr>
        <dsp:cNvPr id="0" name=""/>
        <dsp:cNvSpPr/>
      </dsp:nvSpPr>
      <dsp:spPr>
        <a:xfrm>
          <a:off x="4452372" y="1689863"/>
          <a:ext cx="1262109" cy="50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Localized service quality problems</a:t>
          </a:r>
        </a:p>
      </dsp:txBody>
      <dsp:txXfrm>
        <a:off x="4452372" y="1689863"/>
        <a:ext cx="1262109" cy="504843"/>
      </dsp:txXfrm>
    </dsp:sp>
    <dsp:sp modelId="{3907A806-52F1-4C46-8930-261B34982575}">
      <dsp:nvSpPr>
        <dsp:cNvPr id="0" name=""/>
        <dsp:cNvSpPr/>
      </dsp:nvSpPr>
      <dsp:spPr>
        <a:xfrm>
          <a:off x="6181462" y="680175"/>
          <a:ext cx="769886" cy="76988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C24AF-3847-45FE-82D1-DF477C380920}">
      <dsp:nvSpPr>
        <dsp:cNvPr id="0" name=""/>
        <dsp:cNvSpPr/>
      </dsp:nvSpPr>
      <dsp:spPr>
        <a:xfrm>
          <a:off x="6345536" y="844250"/>
          <a:ext cx="441738" cy="4417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37749-214A-4538-871A-DBCDE832B94C}">
      <dsp:nvSpPr>
        <dsp:cNvPr id="0" name=""/>
        <dsp:cNvSpPr/>
      </dsp:nvSpPr>
      <dsp:spPr>
        <a:xfrm>
          <a:off x="5935350" y="1689863"/>
          <a:ext cx="1262109" cy="50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Competitor activity</a:t>
          </a:r>
        </a:p>
      </dsp:txBody>
      <dsp:txXfrm>
        <a:off x="5935350" y="1689863"/>
        <a:ext cx="1262109" cy="5048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DFD6E-B4C3-4323-9D55-C3BF49080DBF}">
      <dsp:nvSpPr>
        <dsp:cNvPr id="0" name=""/>
        <dsp:cNvSpPr/>
      </dsp:nvSpPr>
      <dsp:spPr>
        <a:xfrm>
          <a:off x="67508" y="2184"/>
          <a:ext cx="2208087" cy="13248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Customers with international plans show higher churn rates.</a:t>
          </a:r>
        </a:p>
      </dsp:txBody>
      <dsp:txXfrm>
        <a:off x="67508" y="2184"/>
        <a:ext cx="2208087" cy="1324852"/>
      </dsp:txXfrm>
    </dsp:sp>
    <dsp:sp modelId="{EE532E6B-5CEE-4486-B3FE-8DCE59873AEE}">
      <dsp:nvSpPr>
        <dsp:cNvPr id="0" name=""/>
        <dsp:cNvSpPr/>
      </dsp:nvSpPr>
      <dsp:spPr>
        <a:xfrm>
          <a:off x="2496404" y="2184"/>
          <a:ext cx="2208087" cy="13248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Possible reasons:</a:t>
          </a:r>
        </a:p>
      </dsp:txBody>
      <dsp:txXfrm>
        <a:off x="2496404" y="2184"/>
        <a:ext cx="2208087" cy="1324852"/>
      </dsp:txXfrm>
    </dsp:sp>
    <dsp:sp modelId="{C9DBE23E-1984-42A6-A72C-98084F230FEC}">
      <dsp:nvSpPr>
        <dsp:cNvPr id="0" name=""/>
        <dsp:cNvSpPr/>
      </dsp:nvSpPr>
      <dsp:spPr>
        <a:xfrm>
          <a:off x="4925301" y="2184"/>
          <a:ext cx="2208087" cy="13248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High pricing</a:t>
          </a:r>
        </a:p>
      </dsp:txBody>
      <dsp:txXfrm>
        <a:off x="4925301" y="2184"/>
        <a:ext cx="2208087" cy="1324852"/>
      </dsp:txXfrm>
    </dsp:sp>
    <dsp:sp modelId="{D8092869-7A3C-4707-AA01-0CA73E55B30F}">
      <dsp:nvSpPr>
        <dsp:cNvPr id="0" name=""/>
        <dsp:cNvSpPr/>
      </dsp:nvSpPr>
      <dsp:spPr>
        <a:xfrm>
          <a:off x="1281956" y="1547845"/>
          <a:ext cx="2208087" cy="13248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Low perceived value</a:t>
          </a:r>
        </a:p>
      </dsp:txBody>
      <dsp:txXfrm>
        <a:off x="1281956" y="1547845"/>
        <a:ext cx="2208087" cy="1324852"/>
      </dsp:txXfrm>
    </dsp:sp>
    <dsp:sp modelId="{977F1832-7D8C-482C-915D-422607088E39}">
      <dsp:nvSpPr>
        <dsp:cNvPr id="0" name=""/>
        <dsp:cNvSpPr/>
      </dsp:nvSpPr>
      <dsp:spPr>
        <a:xfrm>
          <a:off x="3710852" y="1547845"/>
          <a:ext cx="2208087" cy="13248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Quality concerns</a:t>
          </a:r>
        </a:p>
      </dsp:txBody>
      <dsp:txXfrm>
        <a:off x="3710852" y="1547845"/>
        <a:ext cx="2208087" cy="132485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C11C1-3D0B-4684-ABCE-F24915AD30C5}">
      <dsp:nvSpPr>
        <dsp:cNvPr id="0" name=""/>
        <dsp:cNvSpPr/>
      </dsp:nvSpPr>
      <dsp:spPr>
        <a:xfrm>
          <a:off x="1240901" y="19941"/>
          <a:ext cx="1612687" cy="16126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88ADD-35B3-40E8-876D-FC0BEE0558B5}">
      <dsp:nvSpPr>
        <dsp:cNvPr id="0" name=""/>
        <dsp:cNvSpPr/>
      </dsp:nvSpPr>
      <dsp:spPr>
        <a:xfrm>
          <a:off x="1584589" y="363628"/>
          <a:ext cx="925312" cy="925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3157A-0099-42B4-BEC1-6055CE9CBE38}">
      <dsp:nvSpPr>
        <dsp:cNvPr id="0" name=""/>
        <dsp:cNvSpPr/>
      </dsp:nvSpPr>
      <dsp:spPr>
        <a:xfrm>
          <a:off x="725370" y="2134941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Customers with higher daily and international charges tend to churn more.</a:t>
          </a:r>
        </a:p>
      </dsp:txBody>
      <dsp:txXfrm>
        <a:off x="725370" y="2134941"/>
        <a:ext cx="2643750" cy="720000"/>
      </dsp:txXfrm>
    </dsp:sp>
    <dsp:sp modelId="{6EDEAC47-FAF1-416D-8D40-6C2F73C8201C}">
      <dsp:nvSpPr>
        <dsp:cNvPr id="0" name=""/>
        <dsp:cNvSpPr/>
      </dsp:nvSpPr>
      <dsp:spPr>
        <a:xfrm>
          <a:off x="4347307" y="19941"/>
          <a:ext cx="1612687" cy="16126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494B77-D309-4E67-B40B-7F9FF1F93B4A}">
      <dsp:nvSpPr>
        <dsp:cNvPr id="0" name=""/>
        <dsp:cNvSpPr/>
      </dsp:nvSpPr>
      <dsp:spPr>
        <a:xfrm>
          <a:off x="4690995" y="363628"/>
          <a:ext cx="925312" cy="925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CC055-7272-491B-9254-CFBE49F7CA03}">
      <dsp:nvSpPr>
        <dsp:cNvPr id="0" name=""/>
        <dsp:cNvSpPr/>
      </dsp:nvSpPr>
      <dsp:spPr>
        <a:xfrm>
          <a:off x="3831776" y="2134941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Recommendation: Conduct price sensitivity analysis.</a:t>
          </a:r>
        </a:p>
      </dsp:txBody>
      <dsp:txXfrm>
        <a:off x="3831776" y="2134941"/>
        <a:ext cx="26437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900F3-5D34-43E9-B7BC-060DB896905D}">
      <dsp:nvSpPr>
        <dsp:cNvPr id="0" name=""/>
        <dsp:cNvSpPr/>
      </dsp:nvSpPr>
      <dsp:spPr>
        <a:xfrm>
          <a:off x="922245" y="141225"/>
          <a:ext cx="1483312" cy="1483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89088-3B85-414A-87CA-57BFA98D8810}">
      <dsp:nvSpPr>
        <dsp:cNvPr id="0" name=""/>
        <dsp:cNvSpPr/>
      </dsp:nvSpPr>
      <dsp:spPr>
        <a:xfrm>
          <a:off x="15776" y="2013657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New customers are more likely to churn.</a:t>
          </a:r>
        </a:p>
      </dsp:txBody>
      <dsp:txXfrm>
        <a:off x="15776" y="2013657"/>
        <a:ext cx="3296250" cy="720000"/>
      </dsp:txXfrm>
    </dsp:sp>
    <dsp:sp modelId="{9545C756-2155-4113-84D0-D7696A8FA69B}">
      <dsp:nvSpPr>
        <dsp:cNvPr id="0" name=""/>
        <dsp:cNvSpPr/>
      </dsp:nvSpPr>
      <dsp:spPr>
        <a:xfrm>
          <a:off x="4795339" y="141225"/>
          <a:ext cx="1483312" cy="1483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BC139-FBD9-4166-8E4B-98F6E282324B}">
      <dsp:nvSpPr>
        <dsp:cNvPr id="0" name=""/>
        <dsp:cNvSpPr/>
      </dsp:nvSpPr>
      <dsp:spPr>
        <a:xfrm>
          <a:off x="3888870" y="2013657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Long-term customers show higher loyalty.</a:t>
          </a:r>
        </a:p>
      </dsp:txBody>
      <dsp:txXfrm>
        <a:off x="3888870" y="2013657"/>
        <a:ext cx="329625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315E7-DE6D-44E8-9CED-526D9005C42B}">
      <dsp:nvSpPr>
        <dsp:cNvPr id="0" name=""/>
        <dsp:cNvSpPr/>
      </dsp:nvSpPr>
      <dsp:spPr>
        <a:xfrm>
          <a:off x="0" y="4100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7D280-4461-4F3F-B024-481279AD458E}">
      <dsp:nvSpPr>
        <dsp:cNvPr id="0" name=""/>
        <dsp:cNvSpPr/>
      </dsp:nvSpPr>
      <dsp:spPr>
        <a:xfrm>
          <a:off x="264206" y="200617"/>
          <a:ext cx="480375" cy="480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36CAE-2736-440A-B9AE-E19D21AD2337}">
      <dsp:nvSpPr>
        <dsp:cNvPr id="0" name=""/>
        <dsp:cNvSpPr/>
      </dsp:nvSpPr>
      <dsp:spPr>
        <a:xfrm>
          <a:off x="1008787" y="4100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Trigger retention offers after 3 service calls</a:t>
          </a:r>
        </a:p>
      </dsp:txBody>
      <dsp:txXfrm>
        <a:off x="1008787" y="4100"/>
        <a:ext cx="3426868" cy="873409"/>
      </dsp:txXfrm>
    </dsp:sp>
    <dsp:sp modelId="{DF7588B8-7585-4D5A-9B91-9B7C9C057CEF}">
      <dsp:nvSpPr>
        <dsp:cNvPr id="0" name=""/>
        <dsp:cNvSpPr/>
      </dsp:nvSpPr>
      <dsp:spPr>
        <a:xfrm>
          <a:off x="0" y="1095862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0880D-830D-4B3E-B5AE-3DCBC1D8BDF3}">
      <dsp:nvSpPr>
        <dsp:cNvPr id="0" name=""/>
        <dsp:cNvSpPr/>
      </dsp:nvSpPr>
      <dsp:spPr>
        <a:xfrm>
          <a:off x="264206" y="1292379"/>
          <a:ext cx="480375" cy="480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124B1-85CA-44D2-8E0E-5F00EF39359A}">
      <dsp:nvSpPr>
        <dsp:cNvPr id="0" name=""/>
        <dsp:cNvSpPr/>
      </dsp:nvSpPr>
      <dsp:spPr>
        <a:xfrm>
          <a:off x="1008787" y="1095862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Improve customer service resolution speed</a:t>
          </a:r>
        </a:p>
      </dsp:txBody>
      <dsp:txXfrm>
        <a:off x="1008787" y="1095862"/>
        <a:ext cx="3426868" cy="873409"/>
      </dsp:txXfrm>
    </dsp:sp>
    <dsp:sp modelId="{A38390A4-6A74-465A-A308-7D093672BDE7}">
      <dsp:nvSpPr>
        <dsp:cNvPr id="0" name=""/>
        <dsp:cNvSpPr/>
      </dsp:nvSpPr>
      <dsp:spPr>
        <a:xfrm>
          <a:off x="0" y="2187623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CFC4A-A8C7-4586-9262-CEA689DE5EB2}">
      <dsp:nvSpPr>
        <dsp:cNvPr id="0" name=""/>
        <dsp:cNvSpPr/>
      </dsp:nvSpPr>
      <dsp:spPr>
        <a:xfrm>
          <a:off x="264206" y="2384140"/>
          <a:ext cx="480375" cy="480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4B248-C54F-48A9-9BF1-E4728D9EAB1B}">
      <dsp:nvSpPr>
        <dsp:cNvPr id="0" name=""/>
        <dsp:cNvSpPr/>
      </dsp:nvSpPr>
      <dsp:spPr>
        <a:xfrm>
          <a:off x="1008787" y="2187623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Review international plan pricing</a:t>
          </a:r>
        </a:p>
      </dsp:txBody>
      <dsp:txXfrm>
        <a:off x="1008787" y="2187623"/>
        <a:ext cx="3426868" cy="873409"/>
      </dsp:txXfrm>
    </dsp:sp>
    <dsp:sp modelId="{1500FD27-F058-4458-ACB0-59D6969C9039}">
      <dsp:nvSpPr>
        <dsp:cNvPr id="0" name=""/>
        <dsp:cNvSpPr/>
      </dsp:nvSpPr>
      <dsp:spPr>
        <a:xfrm>
          <a:off x="0" y="3279385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22293-4F7A-4178-8227-D3A280D5930A}">
      <dsp:nvSpPr>
        <dsp:cNvPr id="0" name=""/>
        <dsp:cNvSpPr/>
      </dsp:nvSpPr>
      <dsp:spPr>
        <a:xfrm>
          <a:off x="264206" y="3475902"/>
          <a:ext cx="480375" cy="4803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963B1-6461-4D20-B182-2D6AA528E0B1}">
      <dsp:nvSpPr>
        <dsp:cNvPr id="0" name=""/>
        <dsp:cNvSpPr/>
      </dsp:nvSpPr>
      <dsp:spPr>
        <a:xfrm>
          <a:off x="1008787" y="3279385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Introduce loyalty milestone programs</a:t>
          </a:r>
        </a:p>
      </dsp:txBody>
      <dsp:txXfrm>
        <a:off x="1008787" y="3279385"/>
        <a:ext cx="3426868" cy="873409"/>
      </dsp:txXfrm>
    </dsp:sp>
    <dsp:sp modelId="{3B3DAAB8-3C35-4261-8A4D-E1A8C1C55228}">
      <dsp:nvSpPr>
        <dsp:cNvPr id="0" name=""/>
        <dsp:cNvSpPr/>
      </dsp:nvSpPr>
      <dsp:spPr>
        <a:xfrm>
          <a:off x="0" y="4371147"/>
          <a:ext cx="4435656" cy="8734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04467-F85E-4E0D-BD38-E21377160B30}">
      <dsp:nvSpPr>
        <dsp:cNvPr id="0" name=""/>
        <dsp:cNvSpPr/>
      </dsp:nvSpPr>
      <dsp:spPr>
        <a:xfrm>
          <a:off x="264206" y="4567664"/>
          <a:ext cx="480375" cy="4803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B2D48-A0F8-4D85-B97A-21DBD4D1D265}">
      <dsp:nvSpPr>
        <dsp:cNvPr id="0" name=""/>
        <dsp:cNvSpPr/>
      </dsp:nvSpPr>
      <dsp:spPr>
        <a:xfrm>
          <a:off x="1008787" y="4371147"/>
          <a:ext cx="3426868" cy="8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36" tIns="92436" rIns="92436" bIns="92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Promote voice mail plan adoption</a:t>
          </a:r>
        </a:p>
      </dsp:txBody>
      <dsp:txXfrm>
        <a:off x="1008787" y="4371147"/>
        <a:ext cx="3426868" cy="87340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02A52-B151-443B-BBFC-B1033E188C3B}">
      <dsp:nvSpPr>
        <dsp:cNvPr id="0" name=""/>
        <dsp:cNvSpPr/>
      </dsp:nvSpPr>
      <dsp:spPr>
        <a:xfrm>
          <a:off x="607870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BD2AE-05EC-4F96-9187-95D7152A8877}">
      <dsp:nvSpPr>
        <dsp:cNvPr id="0" name=""/>
        <dsp:cNvSpPr/>
      </dsp:nvSpPr>
      <dsp:spPr>
        <a:xfrm>
          <a:off x="20042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 Risk: 3+ service calls, high charges</a:t>
          </a:r>
        </a:p>
      </dsp:txBody>
      <dsp:txXfrm>
        <a:off x="20042" y="1706796"/>
        <a:ext cx="2137556" cy="720000"/>
      </dsp:txXfrm>
    </dsp:sp>
    <dsp:sp modelId="{E20BC3E8-E9EC-4F2C-AFA0-BFC43A55509E}">
      <dsp:nvSpPr>
        <dsp:cNvPr id="0" name=""/>
        <dsp:cNvSpPr/>
      </dsp:nvSpPr>
      <dsp:spPr>
        <a:xfrm>
          <a:off x="3119498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AF4BA-A3FE-4533-A723-D6D25CD3976C}">
      <dsp:nvSpPr>
        <dsp:cNvPr id="0" name=""/>
        <dsp:cNvSpPr/>
      </dsp:nvSpPr>
      <dsp:spPr>
        <a:xfrm>
          <a:off x="2531670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Medium Risk: Moderate usage and complaints</a:t>
          </a:r>
        </a:p>
      </dsp:txBody>
      <dsp:txXfrm>
        <a:off x="2531670" y="1706796"/>
        <a:ext cx="2137556" cy="720000"/>
      </dsp:txXfrm>
    </dsp:sp>
    <dsp:sp modelId="{FDA7B964-D7F2-4699-9A17-F11C52AFACED}">
      <dsp:nvSpPr>
        <dsp:cNvPr id="0" name=""/>
        <dsp:cNvSpPr/>
      </dsp:nvSpPr>
      <dsp:spPr>
        <a:xfrm>
          <a:off x="5631126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06E63-0D60-430A-BB28-43AA2B21348A}">
      <dsp:nvSpPr>
        <dsp:cNvPr id="0" name=""/>
        <dsp:cNvSpPr/>
      </dsp:nvSpPr>
      <dsp:spPr>
        <a:xfrm>
          <a:off x="5043298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Low Risk: Long tenure and low complaints</a:t>
          </a:r>
        </a:p>
      </dsp:txBody>
      <dsp:txXfrm>
        <a:off x="5043298" y="1706796"/>
        <a:ext cx="2137556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4EA32-0329-40C6-BC02-0E9C72E2A02C}">
      <dsp:nvSpPr>
        <dsp:cNvPr id="0" name=""/>
        <dsp:cNvSpPr/>
      </dsp:nvSpPr>
      <dsp:spPr>
        <a:xfrm>
          <a:off x="607870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8EF9-ABDB-42B5-9E29-849EC8F9A93E}">
      <dsp:nvSpPr>
        <dsp:cNvPr id="0" name=""/>
        <dsp:cNvSpPr/>
      </dsp:nvSpPr>
      <dsp:spPr>
        <a:xfrm>
          <a:off x="20042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Customer service experience and pricing are key churn drivers.</a:t>
          </a:r>
        </a:p>
      </dsp:txBody>
      <dsp:txXfrm>
        <a:off x="20042" y="1706796"/>
        <a:ext cx="2137556" cy="720000"/>
      </dsp:txXfrm>
    </dsp:sp>
    <dsp:sp modelId="{708E3244-AFFA-4349-87A0-17E698AFB155}">
      <dsp:nvSpPr>
        <dsp:cNvPr id="0" name=""/>
        <dsp:cNvSpPr/>
      </dsp:nvSpPr>
      <dsp:spPr>
        <a:xfrm>
          <a:off x="3119498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F6820-3B88-4BFB-AC95-18518A153ED1}">
      <dsp:nvSpPr>
        <dsp:cNvPr id="0" name=""/>
        <dsp:cNvSpPr/>
      </dsp:nvSpPr>
      <dsp:spPr>
        <a:xfrm>
          <a:off x="2531670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Improving support resolution, reviewing pricing, and promoting value-added</a:t>
          </a:r>
        </a:p>
      </dsp:txBody>
      <dsp:txXfrm>
        <a:off x="2531670" y="1706796"/>
        <a:ext cx="2137556" cy="720000"/>
      </dsp:txXfrm>
    </dsp:sp>
    <dsp:sp modelId="{80F7E939-FADF-4636-8B6A-936C4043CEAB}">
      <dsp:nvSpPr>
        <dsp:cNvPr id="0" name=""/>
        <dsp:cNvSpPr/>
      </dsp:nvSpPr>
      <dsp:spPr>
        <a:xfrm>
          <a:off x="5631126" y="448086"/>
          <a:ext cx="961900" cy="961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FBBD1-0341-4911-B0F6-5ADF2C9E5291}">
      <dsp:nvSpPr>
        <dsp:cNvPr id="0" name=""/>
        <dsp:cNvSpPr/>
      </dsp:nvSpPr>
      <dsp:spPr>
        <a:xfrm>
          <a:off x="5043298" y="1706796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services can significantly reduce churn and increase customer lifetime value.</a:t>
          </a:r>
        </a:p>
      </dsp:txBody>
      <dsp:txXfrm>
        <a:off x="5043298" y="1706796"/>
        <a:ext cx="213755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78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26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6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6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56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3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79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6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899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88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0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263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757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30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173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0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262626"/>
                </a:solidFill>
              </a:rPr>
              <a:t>Orange Telecom Customer Churn Analysis Report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142795-27F7-418F-65CD-FCF79EDA4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821528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Business Problem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93F129-C76D-A969-3248-A3FB65BA5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47651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Analysis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E71552-1C99-AF5E-59C4-48215883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946179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A5292E-436E-5399-C47C-9A69B6EB3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792305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262626"/>
                </a:solidFill>
              </a:rPr>
              <a:t>Customer Service Calls vs Churn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991A20-64E4-8CD9-D539-85C375348D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947121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262626"/>
                </a:solidFill>
              </a:rPr>
              <a:t>Critical Call Threshold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1E57BAD-4802-1237-7B15-C17E45A85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869826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Customer Behavior Comparison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F09374-FD8C-CB9F-8CF2-FAEF3B872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324130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Geographic Variation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2E3D5D-C62D-A6AE-2CC6-92AFF5F20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518795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International Plan Impact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FF99F40-C468-868A-C0DE-B1549D11F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629432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Revenue vs Churn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8C0398-073B-F581-3E8B-6F5BDD99A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494950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575D7A7-3C36-4508-9BC6-70A93BD3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2700" y="0"/>
            <a:ext cx="9173369" cy="6856214"/>
            <a:chOff x="-16934" y="0"/>
            <a:chExt cx="12231160" cy="6856214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C964A0D-06B7-4C16-AC9F-20ADDA805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5703F5C-55DF-45CD-BC3F-3BE8F1033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8C7134F-70F9-4826-A97E-9B39AEA0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9351E73-B6DD-4B56-8EE9-C16B5711C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E446D0E-6531-40B7-A182-FB8602439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59C2C63-D709-4949-9465-29A52CBED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FD2038-15D6-4003-8350-AFEC394E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3940" y="1399880"/>
            <a:ext cx="5856119" cy="41039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F519C2-F6BE-41BE-A50E-54B98359C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46249" y="1540931"/>
            <a:ext cx="5657851" cy="3835401"/>
          </a:xfrm>
          <a:prstGeom prst="rect">
            <a:avLst/>
          </a:prstGeom>
          <a:noFill/>
          <a:ln w="1587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67AD93-AD3E-4C62-97D5-E54E14B2E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3631"/>
            <a:ext cx="9173373" cy="659658"/>
            <a:chOff x="-16934" y="3123631"/>
            <a:chExt cx="12231160" cy="659658"/>
          </a:xfrm>
        </p:grpSpPr>
        <p:sp>
          <p:nvSpPr>
            <p:cNvPr id="51" name="Rounded Rectangle 17">
              <a:extLst>
                <a:ext uri="{FF2B5EF4-FFF2-40B4-BE49-F238E27FC236}">
                  <a16:creationId xmlns:a16="http://schemas.microsoft.com/office/drawing/2014/main" id="{AA443E8D-EC07-4B8F-B370-2A1153F35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30976" y="312363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41F0AA1-D12D-4FDB-BF66-D9398ED93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5536"/>
              <a:ext cx="2478024" cy="612648"/>
            </a:xfrm>
            <a:prstGeom prst="rect">
              <a:avLst/>
            </a:prstGeom>
          </p:spPr>
        </p:pic>
        <p:sp>
          <p:nvSpPr>
            <p:cNvPr id="53" name="Rounded Rectangle 20">
              <a:extLst>
                <a:ext uri="{FF2B5EF4-FFF2-40B4-BE49-F238E27FC236}">
                  <a16:creationId xmlns:a16="http://schemas.microsoft.com/office/drawing/2014/main" id="{E2B949DE-0178-4942-80DE-811C1AA4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17803" y="312492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284AA86D-EAE1-4E3F-A54C-7F1E390B6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5536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298" y="1871131"/>
            <a:ext cx="5111752" cy="151553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>
                <a:solidFill>
                  <a:schemeClr val="bg1"/>
                </a:solidFill>
              </a:rPr>
              <a:t>Voice Mail Plan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298" y="3657597"/>
            <a:ext cx="5111752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solidFill>
                  <a:schemeClr val="bg1"/>
                </a:solidFill>
              </a:rPr>
              <a:t>Customers with voice mail plans demonstrate stronger loyalty and lower churn rates.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772CE55-4C36-44F1-A9BD-379BEB843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Tenure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FF60D6-53DC-C549-52A7-3D93EE17F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459101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7C4858-FAA3-4226-A856-193A0191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1B503-0291-4E82-A65E-72D604D9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7" y="469900"/>
            <a:ext cx="2771251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F836C5-9601-4982-A121-CCA49BF7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51" y="635508"/>
            <a:ext cx="2523744" cy="5586984"/>
          </a:xfrm>
          <a:prstGeom prst="rect">
            <a:avLst/>
          </a:prstGeom>
          <a:noFill/>
          <a:ln w="15875" cap="flat">
            <a:solidFill>
              <a:schemeClr val="bg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Drivers of Churn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CD0D05-FF47-4ABB-841C-0600CAD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770" y="469900"/>
            <a:ext cx="4465222" cy="540596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1. High number of customer service calls</a:t>
            </a:r>
          </a:p>
          <a:p>
            <a:r>
              <a:rPr lang="en-US">
                <a:solidFill>
                  <a:schemeClr val="bg1"/>
                </a:solidFill>
              </a:rPr>
              <a:t>2. International plan dissatisfaction</a:t>
            </a:r>
          </a:p>
          <a:p>
            <a:r>
              <a:rPr lang="en-US">
                <a:solidFill>
                  <a:schemeClr val="bg1"/>
                </a:solidFill>
              </a:rPr>
              <a:t>3. High charges</a:t>
            </a:r>
          </a:p>
          <a:p>
            <a:r>
              <a:rPr lang="en-US">
                <a:solidFill>
                  <a:schemeClr val="bg1"/>
                </a:solidFill>
              </a:rPr>
              <a:t>4. Short customer tenure</a:t>
            </a:r>
          </a:p>
          <a:p>
            <a:r>
              <a:rPr lang="en-US">
                <a:solidFill>
                  <a:schemeClr val="bg1"/>
                </a:solidFill>
              </a:rPr>
              <a:t>5. Low adoption of value-added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262626"/>
                </a:solidFill>
              </a:rPr>
              <a:t>Strategic Recommendations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3E83EF-75E8-F283-EE04-07B4BC95D7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3871020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Customer Risk Segmentation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4DB81A-8E2B-36B7-AB20-23EEAD489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67240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AFF1E9-DC3D-FDB6-8FFF-7AB3B7F82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497288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</TotalTime>
  <Words>430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Organic</vt:lpstr>
      <vt:lpstr>Orange Telecom Customer Churn Analysis Report</vt:lpstr>
      <vt:lpstr>Business Problem</vt:lpstr>
      <vt:lpstr>Analysis Objectives</vt:lpstr>
      <vt:lpstr>Dataset Overview</vt:lpstr>
      <vt:lpstr>Customer Service Calls vs Churn</vt:lpstr>
      <vt:lpstr>Critical Call Threshold</vt:lpstr>
      <vt:lpstr>Customer Behavior Comparison</vt:lpstr>
      <vt:lpstr>Geographic Variation</vt:lpstr>
      <vt:lpstr>International Plan Impact</vt:lpstr>
      <vt:lpstr>Revenue vs Churn</vt:lpstr>
      <vt:lpstr>Voice Mail Plan Retention</vt:lpstr>
      <vt:lpstr>Tenure Analysis</vt:lpstr>
      <vt:lpstr>Key Drivers of Churn</vt:lpstr>
      <vt:lpstr>Strategic Recommendations</vt:lpstr>
      <vt:lpstr>Customer Risk Segmentation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Telecom Customer Churn Analysis Report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2026-03-09T16:51:20Z</dcterms:modified>
  <cp:category/>
</cp:coreProperties>
</file>